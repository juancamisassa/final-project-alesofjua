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5"/>
  </p:notesMasterIdLst>
  <p:sldIdLst>
    <p:sldId id="256" r:id="rId3"/>
    <p:sldId id="257" r:id="rId4"/>
    <p:sldId id="292" r:id="rId5"/>
    <p:sldId id="285" r:id="rId6"/>
    <p:sldId id="286" r:id="rId7"/>
    <p:sldId id="258" r:id="rId8"/>
    <p:sldId id="287" r:id="rId9"/>
    <p:sldId id="288" r:id="rId10"/>
    <p:sldId id="289" r:id="rId11"/>
    <p:sldId id="272" r:id="rId12"/>
    <p:sldId id="290" r:id="rId13"/>
    <p:sldId id="283" r:id="rId14"/>
  </p:sldIdLst>
  <p:sldSz cx="12192000" cy="6858000"/>
  <p:notesSz cx="7099300" cy="10234613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iPJ9aFX+OQDNzTcn2PK1CmCdDr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32"/>
    <p:restoredTop sz="94762"/>
  </p:normalViewPr>
  <p:slideViewPr>
    <p:cSldViewPr snapToGrid="0">
      <p:cViewPr varScale="1">
        <p:scale>
          <a:sx n="70" d="100"/>
          <a:sy n="70" d="100"/>
        </p:scale>
        <p:origin x="1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42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:notes"/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29879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1b6122b02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9" name="Google Shape;519;g31b6122b027_0_9:notes"/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3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dshdshousdhoi</a:t>
            </a:r>
            <a:endParaRPr/>
          </a:p>
        </p:txBody>
      </p:sp>
      <p:sp>
        <p:nvSpPr>
          <p:cNvPr id="520" name="Google Shape;520;g31b6122b027_0_9:notes"/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5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46A6B344-DB0A-65D3-2DAD-059EAF0F5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1b6122b027_0_9:notes">
            <a:extLst>
              <a:ext uri="{FF2B5EF4-FFF2-40B4-BE49-F238E27FC236}">
                <a16:creationId xmlns:a16="http://schemas.microsoft.com/office/drawing/2014/main" id="{7B12B98E-A2A8-A9A2-3227-A5FE2BC6B5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9" name="Google Shape;519;g31b6122b027_0_9:notes">
            <a:extLst>
              <a:ext uri="{FF2B5EF4-FFF2-40B4-BE49-F238E27FC236}">
                <a16:creationId xmlns:a16="http://schemas.microsoft.com/office/drawing/2014/main" id="{3621E2E5-A074-44E2-FB5A-E2C2DB640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3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dshdshousdhoi</a:t>
            </a:r>
            <a:endParaRPr/>
          </a:p>
        </p:txBody>
      </p:sp>
      <p:sp>
        <p:nvSpPr>
          <p:cNvPr id="520" name="Google Shape;520;g31b6122b027_0_9:notes">
            <a:extLst>
              <a:ext uri="{FF2B5EF4-FFF2-40B4-BE49-F238E27FC236}">
                <a16:creationId xmlns:a16="http://schemas.microsoft.com/office/drawing/2014/main" id="{D145B7FA-3E3E-B40C-609E-E4FAA87ECD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5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5893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A1B66002-C78B-987F-E976-FF965A47E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1b6122b027_0_9:notes">
            <a:extLst>
              <a:ext uri="{FF2B5EF4-FFF2-40B4-BE49-F238E27FC236}">
                <a16:creationId xmlns:a16="http://schemas.microsoft.com/office/drawing/2014/main" id="{5B4D1418-BD16-18DF-64B2-737506CCF0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9" name="Google Shape;519;g31b6122b027_0_9:notes">
            <a:extLst>
              <a:ext uri="{FF2B5EF4-FFF2-40B4-BE49-F238E27FC236}">
                <a16:creationId xmlns:a16="http://schemas.microsoft.com/office/drawing/2014/main" id="{895391C8-0D50-2ED7-EC25-AB8EA547CB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3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dshdshousdhoi</a:t>
            </a:r>
            <a:endParaRPr/>
          </a:p>
        </p:txBody>
      </p:sp>
      <p:sp>
        <p:nvSpPr>
          <p:cNvPr id="520" name="Google Shape;520;g31b6122b027_0_9:notes">
            <a:extLst>
              <a:ext uri="{FF2B5EF4-FFF2-40B4-BE49-F238E27FC236}">
                <a16:creationId xmlns:a16="http://schemas.microsoft.com/office/drawing/2014/main" id="{84EDC7A6-AAC7-238D-924B-0DB893E192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5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8864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7FFEDDB3-3126-65C6-90CE-136065E7A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1b6122b027_0_9:notes">
            <a:extLst>
              <a:ext uri="{FF2B5EF4-FFF2-40B4-BE49-F238E27FC236}">
                <a16:creationId xmlns:a16="http://schemas.microsoft.com/office/drawing/2014/main" id="{5224CDAB-CFAB-1358-502D-9BFCA54E1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9" name="Google Shape;519;g31b6122b027_0_9:notes">
            <a:extLst>
              <a:ext uri="{FF2B5EF4-FFF2-40B4-BE49-F238E27FC236}">
                <a16:creationId xmlns:a16="http://schemas.microsoft.com/office/drawing/2014/main" id="{6570D40C-BECF-76D8-6983-BF91A540F0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3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dshdshousdhoi</a:t>
            </a:r>
            <a:endParaRPr/>
          </a:p>
        </p:txBody>
      </p:sp>
      <p:sp>
        <p:nvSpPr>
          <p:cNvPr id="520" name="Google Shape;520;g31b6122b027_0_9:notes">
            <a:extLst>
              <a:ext uri="{FF2B5EF4-FFF2-40B4-BE49-F238E27FC236}">
                <a16:creationId xmlns:a16="http://schemas.microsoft.com/office/drawing/2014/main" id="{839B2D9A-DA5C-2471-E86A-C336435F55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5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5232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p2:notes"/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dshdshousdhoi</a:t>
            </a:r>
            <a:endParaRPr/>
          </a:p>
        </p:txBody>
      </p:sp>
      <p:sp>
        <p:nvSpPr>
          <p:cNvPr id="533" name="Google Shape;533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>
          <a:extLst>
            <a:ext uri="{FF2B5EF4-FFF2-40B4-BE49-F238E27FC236}">
              <a16:creationId xmlns:a16="http://schemas.microsoft.com/office/drawing/2014/main" id="{876F9BA3-2304-48AD-52E4-47E434DD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:notes">
            <a:extLst>
              <a:ext uri="{FF2B5EF4-FFF2-40B4-BE49-F238E27FC236}">
                <a16:creationId xmlns:a16="http://schemas.microsoft.com/office/drawing/2014/main" id="{A7D03A1C-0C6C-A096-2DC8-099767483E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p2:notes">
            <a:extLst>
              <a:ext uri="{FF2B5EF4-FFF2-40B4-BE49-F238E27FC236}">
                <a16:creationId xmlns:a16="http://schemas.microsoft.com/office/drawing/2014/main" id="{D4C53ECB-E750-2E4E-93A6-63EB3DF993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3" name="Google Shape;533;p2:notes">
            <a:extLst>
              <a:ext uri="{FF2B5EF4-FFF2-40B4-BE49-F238E27FC236}">
                <a16:creationId xmlns:a16="http://schemas.microsoft.com/office/drawing/2014/main" id="{305616C6-BA06-67EC-C54C-7F60BA13A3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4541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>
          <a:extLst>
            <a:ext uri="{FF2B5EF4-FFF2-40B4-BE49-F238E27FC236}">
              <a16:creationId xmlns:a16="http://schemas.microsoft.com/office/drawing/2014/main" id="{AC757122-7C75-CFE4-B422-66E2665EC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:notes">
            <a:extLst>
              <a:ext uri="{FF2B5EF4-FFF2-40B4-BE49-F238E27FC236}">
                <a16:creationId xmlns:a16="http://schemas.microsoft.com/office/drawing/2014/main" id="{35DDC522-B107-6961-0888-CFD80BCDDD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p2:notes">
            <a:extLst>
              <a:ext uri="{FF2B5EF4-FFF2-40B4-BE49-F238E27FC236}">
                <a16:creationId xmlns:a16="http://schemas.microsoft.com/office/drawing/2014/main" id="{29C9F6D9-10FF-7D51-1588-138CA994C2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dshdshousdhoi</a:t>
            </a:r>
            <a:endParaRPr/>
          </a:p>
        </p:txBody>
      </p:sp>
      <p:sp>
        <p:nvSpPr>
          <p:cNvPr id="533" name="Google Shape;533;p2:notes">
            <a:extLst>
              <a:ext uri="{FF2B5EF4-FFF2-40B4-BE49-F238E27FC236}">
                <a16:creationId xmlns:a16="http://schemas.microsoft.com/office/drawing/2014/main" id="{1D6D626C-79F2-E75C-64AD-906893C80D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1706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>
          <a:extLst>
            <a:ext uri="{FF2B5EF4-FFF2-40B4-BE49-F238E27FC236}">
              <a16:creationId xmlns:a16="http://schemas.microsoft.com/office/drawing/2014/main" id="{E7615F46-D05F-F99A-3233-B593BCD26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:notes">
            <a:extLst>
              <a:ext uri="{FF2B5EF4-FFF2-40B4-BE49-F238E27FC236}">
                <a16:creationId xmlns:a16="http://schemas.microsoft.com/office/drawing/2014/main" id="{1BF58FB2-F76B-1950-40D1-8A011DB9D3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p2:notes">
            <a:extLst>
              <a:ext uri="{FF2B5EF4-FFF2-40B4-BE49-F238E27FC236}">
                <a16:creationId xmlns:a16="http://schemas.microsoft.com/office/drawing/2014/main" id="{31EB9D10-F98C-A42E-C8E5-06985934AB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dshdshousdhoi</a:t>
            </a:r>
            <a:endParaRPr/>
          </a:p>
        </p:txBody>
      </p:sp>
      <p:sp>
        <p:nvSpPr>
          <p:cNvPr id="533" name="Google Shape;533;p2:notes">
            <a:extLst>
              <a:ext uri="{FF2B5EF4-FFF2-40B4-BE49-F238E27FC236}">
                <a16:creationId xmlns:a16="http://schemas.microsoft.com/office/drawing/2014/main" id="{7E4D37FE-4B23-854D-A8CB-E1F13F20B3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0244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7:notes"/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29879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>
          <a:extLst>
            <a:ext uri="{FF2B5EF4-FFF2-40B4-BE49-F238E27FC236}">
              <a16:creationId xmlns:a16="http://schemas.microsoft.com/office/drawing/2014/main" id="{939CE186-AC9F-8625-F394-B5270BDC4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7:notes">
            <a:extLst>
              <a:ext uri="{FF2B5EF4-FFF2-40B4-BE49-F238E27FC236}">
                <a16:creationId xmlns:a16="http://schemas.microsoft.com/office/drawing/2014/main" id="{E269607F-BA0F-E057-1B1D-1D50A1893F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29879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17:notes">
            <a:extLst>
              <a:ext uri="{FF2B5EF4-FFF2-40B4-BE49-F238E27FC236}">
                <a16:creationId xmlns:a16="http://schemas.microsoft.com/office/drawing/2014/main" id="{1FE98525-22FE-4E17-EC37-863587EEEE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4584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1b6122b027_0_1:notes"/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300" cy="40299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g31b6122b02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0"/>
          <p:cNvSpPr txBox="1">
            <a:spLocks noGrp="1"/>
          </p:cNvSpPr>
          <p:nvPr>
            <p:ph type="title"/>
          </p:nvPr>
        </p:nvSpPr>
        <p:spPr>
          <a:xfrm>
            <a:off x="838200" y="2933698"/>
            <a:ext cx="10515600" cy="81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Montserrat"/>
              <a:buNone/>
              <a:defRPr sz="6000">
                <a:solidFill>
                  <a:schemeClr val="accent6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0"/>
          <p:cNvSpPr txBox="1">
            <a:spLocks noGrp="1"/>
          </p:cNvSpPr>
          <p:nvPr>
            <p:ph type="body" idx="1"/>
          </p:nvPr>
        </p:nvSpPr>
        <p:spPr>
          <a:xfrm>
            <a:off x="838200" y="3924301"/>
            <a:ext cx="10515600" cy="80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F3B38"/>
              </a:buClr>
              <a:buSzPts val="3200"/>
              <a:buNone/>
              <a:defRPr sz="3200">
                <a:solidFill>
                  <a:srgbClr val="3F3B38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21" name="Google Shape;21;p30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2" name="Google Shape;22;p30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3" name="Google Shape;23;p30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6">
                    <a:lumMod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Google Shape;24;p30"/>
          <p:cNvSpPr/>
          <p:nvPr/>
        </p:nvSpPr>
        <p:spPr>
          <a:xfrm rot="10800000" flipH="1">
            <a:off x="380999" y="335277"/>
            <a:ext cx="1003935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" name="Google Shape;25;p30"/>
          <p:cNvSpPr/>
          <p:nvPr/>
        </p:nvSpPr>
        <p:spPr>
          <a:xfrm rot="10800000" flipH="1">
            <a:off x="380999" y="6477000"/>
            <a:ext cx="11430000" cy="45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Google Shape;26;p30"/>
          <p:cNvSpPr txBox="1"/>
          <p:nvPr/>
        </p:nvSpPr>
        <p:spPr>
          <a:xfrm>
            <a:off x="10541966" y="276981"/>
            <a:ext cx="1269033" cy="646331"/>
          </a:xfrm>
          <a:prstGeom prst="rect">
            <a:avLst/>
          </a:prstGeom>
          <a:solidFill>
            <a:srgbClr val="3F3B3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APAT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0">
          <p15:clr>
            <a:srgbClr val="FBAE40"/>
          </p15:clr>
        </p15:guide>
        <p15:guide id="2" orient="horz" pos="2976">
          <p15:clr>
            <a:srgbClr val="FBAE40"/>
          </p15:clr>
        </p15:guide>
        <p15:guide id="3" pos="7152">
          <p15:clr>
            <a:srgbClr val="FBAE40"/>
          </p15:clr>
        </p15:guide>
        <p15:guide id="4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1"/>
          <p:cNvSpPr txBox="1">
            <a:spLocks noGrp="1"/>
          </p:cNvSpPr>
          <p:nvPr>
            <p:ph type="body" idx="1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accent6">
                    <a:lumMod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8" name="Google Shape;38;p31"/>
          <p:cNvSpPr txBox="1">
            <a:spLocks noGrp="1"/>
          </p:cNvSpPr>
          <p:nvPr>
            <p:ph type="body" idx="2"/>
          </p:nvPr>
        </p:nvSpPr>
        <p:spPr>
          <a:xfrm>
            <a:off x="381000" y="1447801"/>
            <a:ext cx="11429999" cy="495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683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rgbClr val="5F5955"/>
              </a:buClr>
              <a:buSzPts val="2200"/>
              <a:buChar char="▪"/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marL="914400" lvl="1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30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marL="2286000" lvl="4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4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9" name="Google Shape;39;p31"/>
          <p:cNvSpPr txBox="1">
            <a:spLocks noGrp="1"/>
          </p:cNvSpPr>
          <p:nvPr>
            <p:ph type="title"/>
          </p:nvPr>
        </p:nvSpPr>
        <p:spPr>
          <a:xfrm>
            <a:off x="381000" y="678180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 sz="3600">
                <a:solidFill>
                  <a:schemeClr val="accent6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0" name="Google Shape;40;p31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1" name="Google Shape;41;p31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2"/>
          <p:cNvSpPr txBox="1">
            <a:spLocks noGrp="1"/>
          </p:cNvSpPr>
          <p:nvPr>
            <p:ph type="ctrTitle"/>
          </p:nvPr>
        </p:nvSpPr>
        <p:spPr>
          <a:xfrm>
            <a:off x="4152716" y="1351131"/>
            <a:ext cx="7683585" cy="115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subTitle" idx="1"/>
          </p:nvPr>
        </p:nvSpPr>
        <p:spPr>
          <a:xfrm>
            <a:off x="4152716" y="2661786"/>
            <a:ext cx="7683585" cy="88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  <a:defRPr sz="2800" i="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body" idx="2"/>
          </p:nvPr>
        </p:nvSpPr>
        <p:spPr>
          <a:xfrm>
            <a:off x="4174392" y="3840579"/>
            <a:ext cx="7661909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F3B38"/>
              </a:buClr>
              <a:buSzPts val="2400"/>
              <a:buNone/>
              <a:defRPr sz="2400" i="0" cap="none">
                <a:solidFill>
                  <a:srgbClr val="3F3B38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body" idx="3"/>
          </p:nvPr>
        </p:nvSpPr>
        <p:spPr>
          <a:xfrm>
            <a:off x="4163553" y="4320150"/>
            <a:ext cx="7661909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F3B38"/>
              </a:buClr>
              <a:buSzPts val="2000"/>
              <a:buNone/>
              <a:defRPr sz="2000" b="0" i="0" cap="none">
                <a:solidFill>
                  <a:srgbClr val="3F3B38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8" name="Google Shape;48;p32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202929" y="367131"/>
            <a:ext cx="3208025" cy="859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oogle Shape;49;p32"/>
          <p:cNvGrpSpPr/>
          <p:nvPr/>
        </p:nvGrpSpPr>
        <p:grpSpPr>
          <a:xfrm>
            <a:off x="289520" y="1366079"/>
            <a:ext cx="3696421" cy="1113847"/>
            <a:chOff x="8495579" y="292100"/>
            <a:chExt cx="3696421" cy="1113847"/>
          </a:xfrm>
        </p:grpSpPr>
        <p:sp>
          <p:nvSpPr>
            <p:cNvPr id="50" name="Google Shape;50;p32"/>
            <p:cNvSpPr txBox="1"/>
            <p:nvPr/>
          </p:nvSpPr>
          <p:spPr>
            <a:xfrm>
              <a:off x="8495579" y="335881"/>
              <a:ext cx="2064471" cy="1015663"/>
            </a:xfrm>
            <a:prstGeom prst="rect">
              <a:avLst/>
            </a:prstGeom>
            <a:solidFill>
              <a:srgbClr val="3F3B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APAT</a:t>
              </a:r>
              <a:endParaRPr/>
            </a:p>
          </p:txBody>
        </p:sp>
        <p:sp>
          <p:nvSpPr>
            <p:cNvPr id="51" name="Google Shape;51;p32"/>
            <p:cNvSpPr txBox="1"/>
            <p:nvPr/>
          </p:nvSpPr>
          <p:spPr>
            <a:xfrm>
              <a:off x="10636250" y="1098170"/>
              <a:ext cx="1272681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3F3B38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  <a:endParaRPr/>
            </a:p>
          </p:txBody>
        </p:sp>
        <p:sp>
          <p:nvSpPr>
            <p:cNvPr id="52" name="Google Shape;52;p32"/>
            <p:cNvSpPr txBox="1"/>
            <p:nvPr/>
          </p:nvSpPr>
          <p:spPr>
            <a:xfrm>
              <a:off x="10636250" y="292100"/>
              <a:ext cx="93345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3F3B38"/>
                  </a:solidFill>
                  <a:latin typeface="Arial"/>
                  <a:ea typeface="Arial"/>
                  <a:cs typeface="Arial"/>
                  <a:sym typeface="Arial"/>
                </a:rPr>
                <a:t>Arabic</a:t>
              </a:r>
              <a:endParaRPr/>
            </a:p>
          </p:txBody>
        </p:sp>
        <p:sp>
          <p:nvSpPr>
            <p:cNvPr id="53" name="Google Shape;53;p32"/>
            <p:cNvSpPr txBox="1"/>
            <p:nvPr/>
          </p:nvSpPr>
          <p:spPr>
            <a:xfrm>
              <a:off x="10636250" y="560790"/>
              <a:ext cx="155575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3F3B38"/>
                  </a:solidFill>
                  <a:latin typeface="Arial"/>
                  <a:ea typeface="Arial"/>
                  <a:cs typeface="Arial"/>
                  <a:sym typeface="Arial"/>
                </a:rPr>
                <a:t>Propaganda</a:t>
              </a:r>
              <a:endParaRPr/>
            </a:p>
          </p:txBody>
        </p:sp>
        <p:sp>
          <p:nvSpPr>
            <p:cNvPr id="54" name="Google Shape;54;p32"/>
            <p:cNvSpPr txBox="1"/>
            <p:nvPr/>
          </p:nvSpPr>
          <p:spPr>
            <a:xfrm>
              <a:off x="10636250" y="829480"/>
              <a:ext cx="113665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3F3B38"/>
                  </a:solidFill>
                  <a:latin typeface="Arial"/>
                  <a:ea typeface="Arial"/>
                  <a:cs typeface="Arial"/>
                  <a:sym typeface="Arial"/>
                </a:rPr>
                <a:t>Analysis</a:t>
              </a:r>
              <a:endParaRPr/>
            </a:p>
          </p:txBody>
        </p:sp>
      </p:grpSp>
      <p:sp>
        <p:nvSpPr>
          <p:cNvPr id="55" name="Google Shape;55;p32"/>
          <p:cNvSpPr txBox="1">
            <a:spLocks noGrp="1"/>
          </p:cNvSpPr>
          <p:nvPr>
            <p:ph type="body" idx="4"/>
          </p:nvPr>
        </p:nvSpPr>
        <p:spPr>
          <a:xfrm>
            <a:off x="4174392" y="4919004"/>
            <a:ext cx="7661909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F3B38"/>
              </a:buClr>
              <a:buSzPts val="2000"/>
              <a:buNone/>
              <a:defRPr sz="2000" b="0" i="0" cap="none">
                <a:solidFill>
                  <a:srgbClr val="3F3B38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32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325666" y="5601769"/>
            <a:ext cx="612275" cy="77443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2"/>
          <p:cNvSpPr txBox="1"/>
          <p:nvPr/>
        </p:nvSpPr>
        <p:spPr>
          <a:xfrm>
            <a:off x="937941" y="5510186"/>
            <a:ext cx="313857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The University of Chicago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Department of Political Science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Montserrat"/>
              <a:buNone/>
            </a:pPr>
            <a:r>
              <a:rPr lang="en-US" sz="1100" b="0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5828 S University Ave Suite 418,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Montserrat"/>
              <a:buNone/>
            </a:pPr>
            <a:r>
              <a:rPr lang="en-US" sz="1100" b="0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Chicago, IL 60637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Montserrat"/>
              <a:buNone/>
            </a:pPr>
            <a:r>
              <a:rPr lang="en-US" sz="1100" b="0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🖂 cpost@uchicago.eu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3624">
          <p15:clr>
            <a:srgbClr val="FBAE40"/>
          </p15:clr>
        </p15:guide>
        <p15:guide id="4" orient="horz" pos="1632">
          <p15:clr>
            <a:srgbClr val="FBAE40"/>
          </p15:clr>
        </p15:guide>
        <p15:guide id="5" orient="horz" pos="2040">
          <p15:clr>
            <a:srgbClr val="FBAE40"/>
          </p15:clr>
        </p15:guide>
        <p15:guide id="6" orient="horz" pos="2400">
          <p15:clr>
            <a:srgbClr val="FBAE40"/>
          </p15:clr>
        </p15:guide>
        <p15:guide id="7" orient="horz" pos="3072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1176">
          <p15:clr>
            <a:srgbClr val="FBAE40"/>
          </p15:clr>
        </p15:guide>
        <p15:guide id="10" orient="horz" pos="2784">
          <p15:clr>
            <a:srgbClr val="FBAE40"/>
          </p15:clr>
        </p15:guide>
        <p15:guide id="11" orient="horz" pos="2808">
          <p15:clr>
            <a:srgbClr val="FBAE40"/>
          </p15:clr>
        </p15:guide>
        <p15:guide id="12" orient="horz" pos="3720">
          <p15:clr>
            <a:srgbClr val="FBAE40"/>
          </p15:clr>
        </p15:guide>
        <p15:guide id="13" pos="1092">
          <p15:clr>
            <a:srgbClr val="FBAE40"/>
          </p15:clr>
        </p15:guide>
        <p15:guide id="14" orient="horz" pos="39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dk2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>
            <a:spLocks noGrp="1"/>
          </p:cNvSpPr>
          <p:nvPr>
            <p:ph type="title"/>
          </p:nvPr>
        </p:nvSpPr>
        <p:spPr>
          <a:xfrm>
            <a:off x="838200" y="2286000"/>
            <a:ext cx="10515600" cy="16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Montserrat"/>
              <a:buNone/>
              <a:defRPr sz="6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3"/>
          <p:cNvSpPr txBox="1">
            <a:spLocks noGrp="1"/>
          </p:cNvSpPr>
          <p:nvPr>
            <p:ph type="body" idx="1"/>
          </p:nvPr>
        </p:nvSpPr>
        <p:spPr>
          <a:xfrm>
            <a:off x="838200" y="3924301"/>
            <a:ext cx="10515600" cy="80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33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3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3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33"/>
          <p:cNvSpPr/>
          <p:nvPr/>
        </p:nvSpPr>
        <p:spPr>
          <a:xfrm rot="10800000" flipH="1">
            <a:off x="381000" y="6477000"/>
            <a:ext cx="11430000" cy="45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33"/>
          <p:cNvSpPr/>
          <p:nvPr/>
        </p:nvSpPr>
        <p:spPr>
          <a:xfrm rot="10800000" flipH="1">
            <a:off x="380999" y="335277"/>
            <a:ext cx="10039351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33"/>
          <p:cNvSpPr/>
          <p:nvPr/>
        </p:nvSpPr>
        <p:spPr>
          <a:xfrm rot="10800000" flipH="1">
            <a:off x="380999" y="6477000"/>
            <a:ext cx="11430000" cy="45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33"/>
          <p:cNvSpPr txBox="1"/>
          <p:nvPr/>
        </p:nvSpPr>
        <p:spPr>
          <a:xfrm>
            <a:off x="10541966" y="276981"/>
            <a:ext cx="1269033" cy="646331"/>
          </a:xfrm>
          <a:prstGeom prst="rect">
            <a:avLst/>
          </a:prstGeom>
          <a:solidFill>
            <a:srgbClr val="3F3B3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APAT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0">
          <p15:clr>
            <a:srgbClr val="FBAE40"/>
          </p15:clr>
        </p15:guide>
        <p15:guide id="2" orient="horz" pos="2976">
          <p15:clr>
            <a:srgbClr val="FBAE40"/>
          </p15:clr>
        </p15:guide>
        <p15:guide id="3" pos="7152">
          <p15:clr>
            <a:srgbClr val="FBAE40"/>
          </p15:clr>
        </p15:guide>
        <p15:guide id="4" pos="52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Section Header">
  <p:cSld name="1_Section Header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838200" y="2933698"/>
            <a:ext cx="10515600" cy="81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Montserrat"/>
              <a:buNone/>
              <a:defRPr sz="6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>
            <a:off x="838200" y="3924301"/>
            <a:ext cx="10515600" cy="80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F3B38"/>
              </a:buClr>
              <a:buSzPts val="3200"/>
              <a:buNone/>
              <a:defRPr sz="3200">
                <a:solidFill>
                  <a:srgbClr val="3F3B38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29"/>
          <p:cNvSpPr/>
          <p:nvPr/>
        </p:nvSpPr>
        <p:spPr>
          <a:xfrm rot="10800000" flipH="1">
            <a:off x="380999" y="335277"/>
            <a:ext cx="10039351" cy="4571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29"/>
          <p:cNvSpPr/>
          <p:nvPr/>
        </p:nvSpPr>
        <p:spPr>
          <a:xfrm rot="10800000" flipH="1">
            <a:off x="380999" y="6477000"/>
            <a:ext cx="11430000" cy="4572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29"/>
          <p:cNvSpPr txBox="1"/>
          <p:nvPr/>
        </p:nvSpPr>
        <p:spPr>
          <a:xfrm>
            <a:off x="10541966" y="276981"/>
            <a:ext cx="1269033" cy="646331"/>
          </a:xfrm>
          <a:prstGeom prst="rect">
            <a:avLst/>
          </a:prstGeom>
          <a:solidFill>
            <a:srgbClr val="3F3B3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APAT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0">
          <p15:clr>
            <a:srgbClr val="FBAE40"/>
          </p15:clr>
        </p15:guide>
        <p15:guide id="2" orient="horz" pos="2976">
          <p15:clr>
            <a:srgbClr val="FBAE40"/>
          </p15:clr>
        </p15:guide>
        <p15:guide id="3" pos="7152">
          <p15:clr>
            <a:srgbClr val="FBAE40"/>
          </p15:clr>
        </p15:guide>
        <p15:guide id="4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Sources">
  <p:cSld name="Title and Content with Source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4"/>
          <p:cNvSpPr txBox="1">
            <a:spLocks noGrp="1"/>
          </p:cNvSpPr>
          <p:nvPr>
            <p:ph type="body" idx="1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accent6">
                    <a:lumMod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 cap="none">
                <a:solidFill>
                  <a:schemeClr val="accent6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2"/>
          </p:nvPr>
        </p:nvSpPr>
        <p:spPr>
          <a:xfrm>
            <a:off x="381000" y="1447801"/>
            <a:ext cx="11429999" cy="453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1" name="Google Shape;81;p34"/>
          <p:cNvSpPr txBox="1">
            <a:spLocks noGrp="1"/>
          </p:cNvSpPr>
          <p:nvPr>
            <p:ph type="body" idx="3"/>
          </p:nvPr>
        </p:nvSpPr>
        <p:spPr>
          <a:xfrm>
            <a:off x="381001" y="6057900"/>
            <a:ext cx="114299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955"/>
              </a:buClr>
              <a:buSzPts val="1050"/>
              <a:buFont typeface="Noto Sans Symbols"/>
              <a:buNone/>
              <a:defRPr sz="1050" b="0" i="0">
                <a:solidFill>
                  <a:srgbClr val="5F59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1050"/>
              <a:buNone/>
              <a:defRPr sz="1050" b="0" i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1"/>
            </a:lvl4pPr>
            <a:lvl5pPr marL="2286000" lvl="4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900"/>
              <a:buChar char="▪"/>
              <a:defRPr sz="9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4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16">
          <p15:clr>
            <a:srgbClr val="FBAE40"/>
          </p15:clr>
        </p15:guide>
        <p15:guide id="2" orient="horz" pos="376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5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7" name="Google Shape;87;p35"/>
          <p:cNvSpPr txBox="1">
            <a:spLocks noGrp="1"/>
          </p:cNvSpPr>
          <p:nvPr>
            <p:ph type="body" idx="1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accent6">
                    <a:lumMod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8" name="Google Shape;88;p35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5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5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35"/>
          <p:cNvSpPr txBox="1">
            <a:spLocks noGrp="1"/>
          </p:cNvSpPr>
          <p:nvPr>
            <p:ph type="body" idx="2"/>
          </p:nvPr>
        </p:nvSpPr>
        <p:spPr>
          <a:xfrm>
            <a:off x="381001" y="2684477"/>
            <a:ext cx="5638800" cy="371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35"/>
          <p:cNvSpPr txBox="1">
            <a:spLocks noGrp="1"/>
          </p:cNvSpPr>
          <p:nvPr>
            <p:ph type="body" idx="3"/>
          </p:nvPr>
        </p:nvSpPr>
        <p:spPr>
          <a:xfrm>
            <a:off x="6172200" y="2684477"/>
            <a:ext cx="5638798" cy="371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35"/>
          <p:cNvSpPr txBox="1">
            <a:spLocks noGrp="1"/>
          </p:cNvSpPr>
          <p:nvPr>
            <p:ph type="body" idx="4"/>
          </p:nvPr>
        </p:nvSpPr>
        <p:spPr>
          <a:xfrm>
            <a:off x="381000" y="1497537"/>
            <a:ext cx="11430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400"/>
              <a:buNone/>
              <a:defRPr sz="1400">
                <a:solidFill>
                  <a:schemeClr val="accent6">
                    <a:lumMod val="50000"/>
                  </a:schemeClr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6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6" name="Google Shape;96;p36"/>
          <p:cNvSpPr txBox="1">
            <a:spLocks noGrp="1"/>
          </p:cNvSpPr>
          <p:nvPr>
            <p:ph type="body" idx="1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accent6">
                    <a:lumMod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7" name="Google Shape;97;p36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6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6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36"/>
          <p:cNvSpPr txBox="1">
            <a:spLocks noGrp="1"/>
          </p:cNvSpPr>
          <p:nvPr>
            <p:ph type="body" idx="2"/>
          </p:nvPr>
        </p:nvSpPr>
        <p:spPr>
          <a:xfrm>
            <a:off x="381001" y="1447801"/>
            <a:ext cx="5638800" cy="495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36"/>
          <p:cNvSpPr txBox="1">
            <a:spLocks noGrp="1"/>
          </p:cNvSpPr>
          <p:nvPr>
            <p:ph type="body" idx="3"/>
          </p:nvPr>
        </p:nvSpPr>
        <p:spPr>
          <a:xfrm>
            <a:off x="6172200" y="1447801"/>
            <a:ext cx="5638798" cy="495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 2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7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4" name="Google Shape;104;p37"/>
          <p:cNvSpPr txBox="1">
            <a:spLocks noGrp="1"/>
          </p:cNvSpPr>
          <p:nvPr>
            <p:ph type="body" idx="1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accent6">
                    <a:lumMod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5" name="Google Shape;105;p37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7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7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37"/>
          <p:cNvSpPr txBox="1">
            <a:spLocks noGrp="1"/>
          </p:cNvSpPr>
          <p:nvPr>
            <p:ph type="body" idx="2"/>
          </p:nvPr>
        </p:nvSpPr>
        <p:spPr>
          <a:xfrm>
            <a:off x="381001" y="2684477"/>
            <a:ext cx="5638800" cy="371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37"/>
          <p:cNvSpPr txBox="1">
            <a:spLocks noGrp="1"/>
          </p:cNvSpPr>
          <p:nvPr>
            <p:ph type="body" idx="3"/>
          </p:nvPr>
        </p:nvSpPr>
        <p:spPr>
          <a:xfrm>
            <a:off x="6172200" y="2684477"/>
            <a:ext cx="5638798" cy="371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37"/>
          <p:cNvSpPr txBox="1">
            <a:spLocks noGrp="1"/>
          </p:cNvSpPr>
          <p:nvPr>
            <p:ph type="body" idx="4"/>
          </p:nvPr>
        </p:nvSpPr>
        <p:spPr>
          <a:xfrm>
            <a:off x="381000" y="1497537"/>
            <a:ext cx="11430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with Sources">
  <p:cSld name="Two Content with Sources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8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3" name="Google Shape;113;p38"/>
          <p:cNvSpPr txBox="1">
            <a:spLocks noGrp="1"/>
          </p:cNvSpPr>
          <p:nvPr>
            <p:ph type="body" idx="1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accent6">
                    <a:lumMod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14" name="Google Shape;114;p38"/>
          <p:cNvSpPr txBox="1">
            <a:spLocks noGrp="1"/>
          </p:cNvSpPr>
          <p:nvPr>
            <p:ph type="body" idx="2"/>
          </p:nvPr>
        </p:nvSpPr>
        <p:spPr>
          <a:xfrm>
            <a:off x="381001" y="1447800"/>
            <a:ext cx="5638799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38"/>
          <p:cNvSpPr txBox="1">
            <a:spLocks noGrp="1"/>
          </p:cNvSpPr>
          <p:nvPr>
            <p:ph type="body" idx="3"/>
          </p:nvPr>
        </p:nvSpPr>
        <p:spPr>
          <a:xfrm>
            <a:off x="6172200" y="1447800"/>
            <a:ext cx="5638800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38"/>
          <p:cNvSpPr txBox="1">
            <a:spLocks noGrp="1"/>
          </p:cNvSpPr>
          <p:nvPr>
            <p:ph type="body" idx="4"/>
          </p:nvPr>
        </p:nvSpPr>
        <p:spPr>
          <a:xfrm>
            <a:off x="381001" y="6057900"/>
            <a:ext cx="56387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955"/>
              </a:buClr>
              <a:buSzPts val="1050"/>
              <a:buFont typeface="Noto Sans Symbols"/>
              <a:buNone/>
              <a:defRPr sz="1050" b="0" i="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1050"/>
              <a:buNone/>
              <a:defRPr sz="1050" b="0" i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1"/>
            </a:lvl4pPr>
            <a:lvl5pPr marL="2286000" lvl="4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900"/>
              <a:buChar char="▪"/>
              <a:defRPr sz="9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38"/>
          <p:cNvSpPr txBox="1">
            <a:spLocks noGrp="1"/>
          </p:cNvSpPr>
          <p:nvPr>
            <p:ph type="body" idx="5"/>
          </p:nvPr>
        </p:nvSpPr>
        <p:spPr>
          <a:xfrm>
            <a:off x="6172200" y="6057900"/>
            <a:ext cx="56387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955"/>
              </a:buClr>
              <a:buSzPts val="1050"/>
              <a:buFont typeface="Noto Sans Symbols"/>
              <a:buNone/>
              <a:defRPr sz="1050" b="0" i="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1050"/>
              <a:buNone/>
              <a:defRPr sz="1050" b="0" i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1"/>
            </a:lvl4pPr>
            <a:lvl5pPr marL="2286000" lvl="4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900"/>
              <a:buChar char="▪"/>
              <a:defRPr sz="9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38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8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8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16">
          <p15:clr>
            <a:srgbClr val="FBAE40"/>
          </p15:clr>
        </p15:guide>
        <p15:guide id="2" orient="horz" pos="376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9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5638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200"/>
              <a:buNone/>
              <a:defRPr sz="2200" b="1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3" name="Google Shape;123;p39"/>
          <p:cNvSpPr txBox="1">
            <a:spLocks noGrp="1"/>
          </p:cNvSpPr>
          <p:nvPr>
            <p:ph type="body" idx="2"/>
          </p:nvPr>
        </p:nvSpPr>
        <p:spPr>
          <a:xfrm>
            <a:off x="381000" y="2133600"/>
            <a:ext cx="5638800" cy="4267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39"/>
          <p:cNvSpPr txBox="1">
            <a:spLocks noGrp="1"/>
          </p:cNvSpPr>
          <p:nvPr>
            <p:ph type="body" idx="3"/>
          </p:nvPr>
        </p:nvSpPr>
        <p:spPr>
          <a:xfrm>
            <a:off x="6172200" y="1447801"/>
            <a:ext cx="5638800" cy="68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200"/>
              <a:buNone/>
              <a:defRPr sz="2200" b="1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5" name="Google Shape;125;p39"/>
          <p:cNvSpPr txBox="1">
            <a:spLocks noGrp="1"/>
          </p:cNvSpPr>
          <p:nvPr>
            <p:ph type="body" idx="4"/>
          </p:nvPr>
        </p:nvSpPr>
        <p:spPr>
          <a:xfrm>
            <a:off x="6172200" y="2133600"/>
            <a:ext cx="5638799" cy="4267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39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9"/>
          <p:cNvSpPr txBox="1">
            <a:spLocks noGrp="1"/>
          </p:cNvSpPr>
          <p:nvPr>
            <p:ph type="body" idx="5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39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9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9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mparison">
  <p:cSld name="2_Comparis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0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5638800" cy="38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3" name="Google Shape;133;p40"/>
          <p:cNvSpPr txBox="1">
            <a:spLocks noGrp="1"/>
          </p:cNvSpPr>
          <p:nvPr>
            <p:ph type="body" idx="2"/>
          </p:nvPr>
        </p:nvSpPr>
        <p:spPr>
          <a:xfrm>
            <a:off x="381000" y="1943100"/>
            <a:ext cx="5638800" cy="4457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40"/>
          <p:cNvSpPr txBox="1">
            <a:spLocks noGrp="1"/>
          </p:cNvSpPr>
          <p:nvPr>
            <p:ph type="body" idx="3"/>
          </p:nvPr>
        </p:nvSpPr>
        <p:spPr>
          <a:xfrm>
            <a:off x="6172200" y="1447801"/>
            <a:ext cx="5638800" cy="3809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5" name="Google Shape;135;p40"/>
          <p:cNvSpPr txBox="1">
            <a:spLocks noGrp="1"/>
          </p:cNvSpPr>
          <p:nvPr>
            <p:ph type="body" idx="4"/>
          </p:nvPr>
        </p:nvSpPr>
        <p:spPr>
          <a:xfrm>
            <a:off x="6172200" y="1943102"/>
            <a:ext cx="5638799" cy="4457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40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40"/>
          <p:cNvSpPr txBox="1">
            <a:spLocks noGrp="1"/>
          </p:cNvSpPr>
          <p:nvPr>
            <p:ph type="body" idx="5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40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0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0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mparison">
  <p:cSld name="3_Comparison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1"/>
          <p:cNvSpPr txBox="1">
            <a:spLocks noGrp="1"/>
          </p:cNvSpPr>
          <p:nvPr>
            <p:ph type="body" idx="1"/>
          </p:nvPr>
        </p:nvSpPr>
        <p:spPr>
          <a:xfrm>
            <a:off x="3686628" y="1447801"/>
            <a:ext cx="3973286" cy="38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3" name="Google Shape;143;p41"/>
          <p:cNvSpPr txBox="1">
            <a:spLocks noGrp="1"/>
          </p:cNvSpPr>
          <p:nvPr>
            <p:ph type="body" idx="2"/>
          </p:nvPr>
        </p:nvSpPr>
        <p:spPr>
          <a:xfrm>
            <a:off x="3686628" y="1943101"/>
            <a:ext cx="3973286" cy="4457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41"/>
          <p:cNvSpPr txBox="1">
            <a:spLocks noGrp="1"/>
          </p:cNvSpPr>
          <p:nvPr>
            <p:ph type="body" idx="3"/>
          </p:nvPr>
        </p:nvSpPr>
        <p:spPr>
          <a:xfrm>
            <a:off x="7837714" y="1447801"/>
            <a:ext cx="3973286" cy="3809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5" name="Google Shape;145;p41"/>
          <p:cNvSpPr txBox="1">
            <a:spLocks noGrp="1"/>
          </p:cNvSpPr>
          <p:nvPr>
            <p:ph type="body" idx="4"/>
          </p:nvPr>
        </p:nvSpPr>
        <p:spPr>
          <a:xfrm>
            <a:off x="7837714" y="1943102"/>
            <a:ext cx="3973285" cy="4457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41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41"/>
          <p:cNvSpPr txBox="1">
            <a:spLocks noGrp="1"/>
          </p:cNvSpPr>
          <p:nvPr>
            <p:ph type="body" idx="5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41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41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41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41"/>
          <p:cNvSpPr txBox="1">
            <a:spLocks noGrp="1"/>
          </p:cNvSpPr>
          <p:nvPr>
            <p:ph type="body" idx="6"/>
          </p:nvPr>
        </p:nvSpPr>
        <p:spPr>
          <a:xfrm>
            <a:off x="381001" y="1943101"/>
            <a:ext cx="3127827" cy="4457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2"/>
          <p:cNvSpPr txBox="1">
            <a:spLocks noGrp="1"/>
          </p:cNvSpPr>
          <p:nvPr>
            <p:ph type="body" idx="1"/>
          </p:nvPr>
        </p:nvSpPr>
        <p:spPr>
          <a:xfrm>
            <a:off x="381000" y="1749554"/>
            <a:ext cx="4909006" cy="4651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175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400"/>
              <a:buChar char="▪"/>
              <a:defRPr sz="1400"/>
            </a:lvl1pPr>
            <a:lvl2pPr marL="914400" lvl="1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000"/>
              <a:buChar char="▪"/>
              <a:defRPr sz="1000"/>
            </a:lvl3pPr>
            <a:lvl4pPr marL="1828800" lvl="3" indent="-279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42"/>
          <p:cNvSpPr txBox="1">
            <a:spLocks noGrp="1"/>
          </p:cNvSpPr>
          <p:nvPr>
            <p:ph type="body" idx="2"/>
          </p:nvPr>
        </p:nvSpPr>
        <p:spPr>
          <a:xfrm>
            <a:off x="5410986" y="1447802"/>
            <a:ext cx="6400014" cy="30175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5" name="Google Shape;155;p42"/>
          <p:cNvSpPr txBox="1">
            <a:spLocks noGrp="1"/>
          </p:cNvSpPr>
          <p:nvPr>
            <p:ph type="body" idx="3"/>
          </p:nvPr>
        </p:nvSpPr>
        <p:spPr>
          <a:xfrm>
            <a:off x="5410986" y="1749554"/>
            <a:ext cx="6400013" cy="2254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42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42"/>
          <p:cNvSpPr txBox="1">
            <a:spLocks noGrp="1"/>
          </p:cNvSpPr>
          <p:nvPr>
            <p:ph type="body" idx="4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42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42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2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42"/>
          <p:cNvSpPr txBox="1">
            <a:spLocks noGrp="1"/>
          </p:cNvSpPr>
          <p:nvPr>
            <p:ph type="body" idx="5"/>
          </p:nvPr>
        </p:nvSpPr>
        <p:spPr>
          <a:xfrm>
            <a:off x="5410986" y="4071596"/>
            <a:ext cx="3139516" cy="3024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2" name="Google Shape;162;p42"/>
          <p:cNvSpPr txBox="1">
            <a:spLocks noGrp="1"/>
          </p:cNvSpPr>
          <p:nvPr>
            <p:ph type="body" idx="6"/>
          </p:nvPr>
        </p:nvSpPr>
        <p:spPr>
          <a:xfrm>
            <a:off x="5410986" y="4374037"/>
            <a:ext cx="3139516" cy="202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42"/>
          <p:cNvSpPr txBox="1">
            <a:spLocks noGrp="1"/>
          </p:cNvSpPr>
          <p:nvPr>
            <p:ph type="body" idx="7"/>
          </p:nvPr>
        </p:nvSpPr>
        <p:spPr>
          <a:xfrm>
            <a:off x="8671481" y="4071596"/>
            <a:ext cx="3139517" cy="3024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4" name="Google Shape;164;p42"/>
          <p:cNvSpPr txBox="1">
            <a:spLocks noGrp="1"/>
          </p:cNvSpPr>
          <p:nvPr>
            <p:ph type="body" idx="8"/>
          </p:nvPr>
        </p:nvSpPr>
        <p:spPr>
          <a:xfrm>
            <a:off x="8671482" y="4374037"/>
            <a:ext cx="3139516" cy="202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42"/>
          <p:cNvSpPr txBox="1">
            <a:spLocks noGrp="1"/>
          </p:cNvSpPr>
          <p:nvPr>
            <p:ph type="body" idx="9"/>
          </p:nvPr>
        </p:nvSpPr>
        <p:spPr>
          <a:xfrm>
            <a:off x="381000" y="1447802"/>
            <a:ext cx="4909006" cy="3024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with Sources">
  <p:cSld name="Comparison with Sources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3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5638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200"/>
              <a:buNone/>
              <a:defRPr sz="2200" b="1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8" name="Google Shape;168;p43"/>
          <p:cNvSpPr txBox="1">
            <a:spLocks noGrp="1"/>
          </p:cNvSpPr>
          <p:nvPr>
            <p:ph type="body" idx="2"/>
          </p:nvPr>
        </p:nvSpPr>
        <p:spPr>
          <a:xfrm>
            <a:off x="381000" y="2133601"/>
            <a:ext cx="56388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43"/>
          <p:cNvSpPr txBox="1">
            <a:spLocks noGrp="1"/>
          </p:cNvSpPr>
          <p:nvPr>
            <p:ph type="body" idx="3"/>
          </p:nvPr>
        </p:nvSpPr>
        <p:spPr>
          <a:xfrm>
            <a:off x="6172200" y="1447801"/>
            <a:ext cx="5638800" cy="68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200"/>
              <a:buNone/>
              <a:defRPr sz="2200" b="1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0" name="Google Shape;170;p43"/>
          <p:cNvSpPr txBox="1">
            <a:spLocks noGrp="1"/>
          </p:cNvSpPr>
          <p:nvPr>
            <p:ph type="body" idx="4"/>
          </p:nvPr>
        </p:nvSpPr>
        <p:spPr>
          <a:xfrm>
            <a:off x="6172200" y="2133601"/>
            <a:ext cx="5638799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43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43"/>
          <p:cNvSpPr txBox="1">
            <a:spLocks noGrp="1"/>
          </p:cNvSpPr>
          <p:nvPr>
            <p:ph type="body" idx="5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43"/>
          <p:cNvSpPr txBox="1">
            <a:spLocks noGrp="1"/>
          </p:cNvSpPr>
          <p:nvPr>
            <p:ph type="body" idx="6"/>
          </p:nvPr>
        </p:nvSpPr>
        <p:spPr>
          <a:xfrm>
            <a:off x="381001" y="6057900"/>
            <a:ext cx="56387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955"/>
              </a:buClr>
              <a:buSzPts val="1050"/>
              <a:buFont typeface="Noto Sans Symbols"/>
              <a:buNone/>
              <a:defRPr sz="1050" b="0" i="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1050"/>
              <a:buNone/>
              <a:defRPr sz="1050" b="0" i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1"/>
            </a:lvl4pPr>
            <a:lvl5pPr marL="2286000" lvl="4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900"/>
              <a:buChar char="▪"/>
              <a:defRPr sz="9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43"/>
          <p:cNvSpPr txBox="1">
            <a:spLocks noGrp="1"/>
          </p:cNvSpPr>
          <p:nvPr>
            <p:ph type="body" idx="7"/>
          </p:nvPr>
        </p:nvSpPr>
        <p:spPr>
          <a:xfrm>
            <a:off x="6172200" y="6057900"/>
            <a:ext cx="56387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955"/>
              </a:buClr>
              <a:buSzPts val="1050"/>
              <a:buFont typeface="Noto Sans Symbols"/>
              <a:buNone/>
              <a:defRPr sz="1050" b="0" i="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1050"/>
              <a:buNone/>
              <a:defRPr sz="1050" b="0" i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1"/>
            </a:lvl4pPr>
            <a:lvl5pPr marL="2286000" lvl="4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900"/>
              <a:buChar char="▪"/>
              <a:defRPr sz="9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43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43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3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  <p15:guide id="2" orient="horz" pos="3816">
          <p15:clr>
            <a:srgbClr val="FBAE40"/>
          </p15:clr>
        </p15:guide>
        <p15:guide id="3" orient="horz" pos="376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 with Sources">
  <p:cSld name="1_Comparison with Sources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4"/>
          <p:cNvSpPr txBox="1">
            <a:spLocks noGrp="1"/>
          </p:cNvSpPr>
          <p:nvPr>
            <p:ph type="body" idx="1"/>
          </p:nvPr>
        </p:nvSpPr>
        <p:spPr>
          <a:xfrm>
            <a:off x="3706072" y="1840673"/>
            <a:ext cx="3240648" cy="3200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0" name="Google Shape;180;p44"/>
          <p:cNvSpPr txBox="1">
            <a:spLocks noGrp="1"/>
          </p:cNvSpPr>
          <p:nvPr>
            <p:ph type="body" idx="2"/>
          </p:nvPr>
        </p:nvSpPr>
        <p:spPr>
          <a:xfrm>
            <a:off x="3706072" y="2250792"/>
            <a:ext cx="3245143" cy="3864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44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4"/>
          <p:cNvSpPr txBox="1">
            <a:spLocks noGrp="1"/>
          </p:cNvSpPr>
          <p:nvPr>
            <p:ph type="body" idx="3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44"/>
          <p:cNvSpPr txBox="1">
            <a:spLocks noGrp="1"/>
          </p:cNvSpPr>
          <p:nvPr>
            <p:ph type="body" idx="4"/>
          </p:nvPr>
        </p:nvSpPr>
        <p:spPr>
          <a:xfrm>
            <a:off x="381001" y="6172200"/>
            <a:ext cx="6565719" cy="2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955"/>
              </a:buClr>
              <a:buSzPts val="1050"/>
              <a:buFont typeface="Noto Sans Symbols"/>
              <a:buNone/>
              <a:defRPr sz="1050" b="0" i="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1050"/>
              <a:buNone/>
              <a:defRPr sz="1050" b="0" i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1"/>
            </a:lvl4pPr>
            <a:lvl5pPr marL="2286000" lvl="4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900"/>
              <a:buChar char="▪"/>
              <a:defRPr sz="9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44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44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44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44"/>
          <p:cNvSpPr txBox="1">
            <a:spLocks noGrp="1"/>
          </p:cNvSpPr>
          <p:nvPr>
            <p:ph type="body" idx="5"/>
          </p:nvPr>
        </p:nvSpPr>
        <p:spPr>
          <a:xfrm>
            <a:off x="380999" y="1831056"/>
            <a:ext cx="3240649" cy="320040"/>
          </a:xfrm>
          <a:prstGeom prst="rect">
            <a:avLst/>
          </a:prstGeom>
          <a:solidFill>
            <a:srgbClr val="285D70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8" name="Google Shape;188;p44"/>
          <p:cNvSpPr txBox="1">
            <a:spLocks noGrp="1"/>
          </p:cNvSpPr>
          <p:nvPr>
            <p:ph type="body" idx="6"/>
          </p:nvPr>
        </p:nvSpPr>
        <p:spPr>
          <a:xfrm>
            <a:off x="381001" y="2250792"/>
            <a:ext cx="3240649" cy="3864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44"/>
          <p:cNvSpPr txBox="1">
            <a:spLocks noGrp="1"/>
          </p:cNvSpPr>
          <p:nvPr>
            <p:ph type="body" idx="7"/>
          </p:nvPr>
        </p:nvSpPr>
        <p:spPr>
          <a:xfrm>
            <a:off x="7092950" y="1447166"/>
            <a:ext cx="4718050" cy="499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F5955"/>
              </a:buClr>
              <a:buSzPts val="1400"/>
              <a:buChar char="▪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100"/>
              <a:buChar char="▪"/>
              <a:defRPr sz="1100"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44"/>
          <p:cNvSpPr txBox="1">
            <a:spLocks noGrp="1"/>
          </p:cNvSpPr>
          <p:nvPr>
            <p:ph type="body" idx="8"/>
          </p:nvPr>
        </p:nvSpPr>
        <p:spPr>
          <a:xfrm>
            <a:off x="381000" y="1447800"/>
            <a:ext cx="6565900" cy="323533"/>
          </a:xfrm>
          <a:prstGeom prst="rect">
            <a:avLst/>
          </a:prstGeom>
          <a:solidFill>
            <a:srgbClr val="E5E2E1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>
                <a:solidFill>
                  <a:srgbClr val="5F5955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  <p15:guide id="2" orient="horz" pos="3816">
          <p15:clr>
            <a:srgbClr val="FBAE40"/>
          </p15:clr>
        </p15:guide>
        <p15:guide id="3" orient="horz" pos="376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mparison with Sources">
  <p:cSld name="4_Comparison with Sources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5"/>
          <p:cNvSpPr txBox="1">
            <a:spLocks noGrp="1"/>
          </p:cNvSpPr>
          <p:nvPr>
            <p:ph type="body" idx="1"/>
          </p:nvPr>
        </p:nvSpPr>
        <p:spPr>
          <a:xfrm>
            <a:off x="8570171" y="1840356"/>
            <a:ext cx="3240648" cy="3200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3" name="Google Shape;193;p45"/>
          <p:cNvSpPr txBox="1">
            <a:spLocks noGrp="1"/>
          </p:cNvSpPr>
          <p:nvPr>
            <p:ph type="body" idx="2"/>
          </p:nvPr>
        </p:nvSpPr>
        <p:spPr>
          <a:xfrm>
            <a:off x="8570171" y="2250475"/>
            <a:ext cx="3245143" cy="3864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45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45"/>
          <p:cNvSpPr txBox="1">
            <a:spLocks noGrp="1"/>
          </p:cNvSpPr>
          <p:nvPr>
            <p:ph type="body" idx="3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45"/>
          <p:cNvSpPr txBox="1">
            <a:spLocks noGrp="1"/>
          </p:cNvSpPr>
          <p:nvPr>
            <p:ph type="body" idx="4"/>
          </p:nvPr>
        </p:nvSpPr>
        <p:spPr>
          <a:xfrm>
            <a:off x="5245100" y="6171883"/>
            <a:ext cx="6565719" cy="2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955"/>
              </a:buClr>
              <a:buSzPts val="1050"/>
              <a:buFont typeface="Noto Sans Symbols"/>
              <a:buNone/>
              <a:defRPr sz="1050" b="0" i="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1050"/>
              <a:buNone/>
              <a:defRPr sz="1050" b="0" i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1"/>
            </a:lvl4pPr>
            <a:lvl5pPr marL="2286000" lvl="4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900"/>
              <a:buChar char="▪"/>
              <a:defRPr sz="9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45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45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45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45"/>
          <p:cNvSpPr txBox="1">
            <a:spLocks noGrp="1"/>
          </p:cNvSpPr>
          <p:nvPr>
            <p:ph type="body" idx="5"/>
          </p:nvPr>
        </p:nvSpPr>
        <p:spPr>
          <a:xfrm>
            <a:off x="5245098" y="1830739"/>
            <a:ext cx="3240649" cy="320040"/>
          </a:xfrm>
          <a:prstGeom prst="rect">
            <a:avLst/>
          </a:prstGeom>
          <a:solidFill>
            <a:srgbClr val="285D70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1" name="Google Shape;201;p45"/>
          <p:cNvSpPr txBox="1">
            <a:spLocks noGrp="1"/>
          </p:cNvSpPr>
          <p:nvPr>
            <p:ph type="body" idx="6"/>
          </p:nvPr>
        </p:nvSpPr>
        <p:spPr>
          <a:xfrm>
            <a:off x="5245100" y="2250475"/>
            <a:ext cx="3240649" cy="3864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45"/>
          <p:cNvSpPr txBox="1">
            <a:spLocks noGrp="1"/>
          </p:cNvSpPr>
          <p:nvPr>
            <p:ph type="body" idx="7"/>
          </p:nvPr>
        </p:nvSpPr>
        <p:spPr>
          <a:xfrm>
            <a:off x="422883" y="1447483"/>
            <a:ext cx="4718050" cy="499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F5955"/>
              </a:buClr>
              <a:buSzPts val="1400"/>
              <a:buChar char="▪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100"/>
              <a:buChar char="▪"/>
              <a:defRPr sz="1100"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45"/>
          <p:cNvSpPr txBox="1">
            <a:spLocks noGrp="1"/>
          </p:cNvSpPr>
          <p:nvPr>
            <p:ph type="body" idx="8"/>
          </p:nvPr>
        </p:nvSpPr>
        <p:spPr>
          <a:xfrm>
            <a:off x="5245099" y="1447483"/>
            <a:ext cx="6565900" cy="323533"/>
          </a:xfrm>
          <a:prstGeom prst="rect">
            <a:avLst/>
          </a:prstGeom>
          <a:solidFill>
            <a:srgbClr val="E5E2E1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>
                <a:solidFill>
                  <a:srgbClr val="5F5955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  <p15:guide id="2" orient="horz" pos="3816">
          <p15:clr>
            <a:srgbClr val="FBAE40"/>
          </p15:clr>
        </p15:guide>
        <p15:guide id="3" orient="horz" pos="376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mparison with Sources">
  <p:cSld name="3_Comparison with Sources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6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46"/>
          <p:cNvSpPr txBox="1">
            <a:spLocks noGrp="1"/>
          </p:cNvSpPr>
          <p:nvPr>
            <p:ph type="body" idx="1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46"/>
          <p:cNvSpPr txBox="1">
            <a:spLocks noGrp="1"/>
          </p:cNvSpPr>
          <p:nvPr>
            <p:ph type="body" idx="2"/>
          </p:nvPr>
        </p:nvSpPr>
        <p:spPr>
          <a:xfrm>
            <a:off x="5199742" y="6172200"/>
            <a:ext cx="6565719" cy="2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955"/>
              </a:buClr>
              <a:buSzPts val="1050"/>
              <a:buFont typeface="Noto Sans Symbols"/>
              <a:buNone/>
              <a:defRPr sz="1050" b="0" i="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1050"/>
              <a:buNone/>
              <a:defRPr sz="1050" b="0" i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1"/>
            </a:lvl4pPr>
            <a:lvl5pPr marL="2286000" lvl="4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900"/>
              <a:buChar char="▪"/>
              <a:defRPr sz="9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46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46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46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46"/>
          <p:cNvSpPr txBox="1">
            <a:spLocks noGrp="1"/>
          </p:cNvSpPr>
          <p:nvPr>
            <p:ph type="body" idx="3"/>
          </p:nvPr>
        </p:nvSpPr>
        <p:spPr>
          <a:xfrm>
            <a:off x="5199742" y="1884999"/>
            <a:ext cx="6565719" cy="423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46"/>
          <p:cNvSpPr txBox="1">
            <a:spLocks noGrp="1"/>
          </p:cNvSpPr>
          <p:nvPr>
            <p:ph type="body" idx="4"/>
          </p:nvPr>
        </p:nvSpPr>
        <p:spPr>
          <a:xfrm>
            <a:off x="381000" y="1447166"/>
            <a:ext cx="4718050" cy="499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F5955"/>
              </a:buClr>
              <a:buSzPts val="1400"/>
              <a:buChar char="▪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100"/>
              <a:buChar char="▪"/>
              <a:defRPr sz="1100"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46"/>
          <p:cNvSpPr txBox="1">
            <a:spLocks noGrp="1"/>
          </p:cNvSpPr>
          <p:nvPr>
            <p:ph type="body" idx="5"/>
          </p:nvPr>
        </p:nvSpPr>
        <p:spPr>
          <a:xfrm>
            <a:off x="5199741" y="1447800"/>
            <a:ext cx="6565900" cy="323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>
                <a:solidFill>
                  <a:srgbClr val="5F5955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  <p15:guide id="2" orient="horz" pos="3816">
          <p15:clr>
            <a:srgbClr val="FBAE40"/>
          </p15:clr>
        </p15:guide>
        <p15:guide id="3" orient="horz" pos="376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mparison with Sources">
  <p:cSld name="2_Comparison with Sources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7"/>
          <p:cNvSpPr txBox="1">
            <a:spLocks noGrp="1"/>
          </p:cNvSpPr>
          <p:nvPr>
            <p:ph type="body" idx="1"/>
          </p:nvPr>
        </p:nvSpPr>
        <p:spPr>
          <a:xfrm>
            <a:off x="2578608" y="1447800"/>
            <a:ext cx="2057400" cy="381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6" name="Google Shape;216;p47"/>
          <p:cNvSpPr txBox="1">
            <a:spLocks noGrp="1"/>
          </p:cNvSpPr>
          <p:nvPr>
            <p:ph type="body" idx="2"/>
          </p:nvPr>
        </p:nvSpPr>
        <p:spPr>
          <a:xfrm>
            <a:off x="2578608" y="1911096"/>
            <a:ext cx="2057400" cy="421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47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47"/>
          <p:cNvSpPr txBox="1">
            <a:spLocks noGrp="1"/>
          </p:cNvSpPr>
          <p:nvPr>
            <p:ph type="body" idx="3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47"/>
          <p:cNvSpPr txBox="1">
            <a:spLocks noGrp="1"/>
          </p:cNvSpPr>
          <p:nvPr>
            <p:ph type="body" idx="4"/>
          </p:nvPr>
        </p:nvSpPr>
        <p:spPr>
          <a:xfrm>
            <a:off x="381001" y="6172200"/>
            <a:ext cx="11429998" cy="2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955"/>
              </a:buClr>
              <a:buSzPts val="1050"/>
              <a:buFont typeface="Noto Sans Symbols"/>
              <a:buNone/>
              <a:defRPr sz="1050" b="0" i="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1050"/>
              <a:buNone/>
              <a:defRPr sz="1050" b="0" i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1"/>
            </a:lvl4pPr>
            <a:lvl5pPr marL="2286000" lvl="4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900"/>
              <a:buChar char="▪"/>
              <a:defRPr sz="9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47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47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47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47"/>
          <p:cNvSpPr txBox="1">
            <a:spLocks noGrp="1"/>
          </p:cNvSpPr>
          <p:nvPr>
            <p:ph type="body" idx="5"/>
          </p:nvPr>
        </p:nvSpPr>
        <p:spPr>
          <a:xfrm>
            <a:off x="381000" y="1449930"/>
            <a:ext cx="2057400" cy="381000"/>
          </a:xfrm>
          <a:prstGeom prst="rect">
            <a:avLst/>
          </a:prstGeom>
          <a:solidFill>
            <a:srgbClr val="285D70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4" name="Google Shape;224;p47"/>
          <p:cNvSpPr txBox="1">
            <a:spLocks noGrp="1"/>
          </p:cNvSpPr>
          <p:nvPr>
            <p:ph type="body" idx="6"/>
          </p:nvPr>
        </p:nvSpPr>
        <p:spPr>
          <a:xfrm>
            <a:off x="381000" y="1911096"/>
            <a:ext cx="2054551" cy="421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47"/>
          <p:cNvSpPr/>
          <p:nvPr/>
        </p:nvSpPr>
        <p:spPr>
          <a:xfrm>
            <a:off x="4809744" y="1911096"/>
            <a:ext cx="6993902" cy="42214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47"/>
          <p:cNvSpPr txBox="1">
            <a:spLocks noGrp="1"/>
          </p:cNvSpPr>
          <p:nvPr>
            <p:ph type="body" idx="7"/>
          </p:nvPr>
        </p:nvSpPr>
        <p:spPr>
          <a:xfrm>
            <a:off x="4809743" y="1447800"/>
            <a:ext cx="7001255" cy="381000"/>
          </a:xfrm>
          <a:prstGeom prst="rect">
            <a:avLst/>
          </a:prstGeom>
          <a:solidFill>
            <a:schemeClr val="accent2"/>
          </a:solidFill>
          <a:ln w="10775" cap="flat" cmpd="sng">
            <a:solidFill>
              <a:srgbClr val="B77F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  <p15:guide id="2" orient="horz" pos="3816">
          <p15:clr>
            <a:srgbClr val="FBAE40"/>
          </p15:clr>
        </p15:guide>
        <p15:guide id="3" orient="horz" pos="376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mparison with Sources">
  <p:cSld name="5_Comparison with Sources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8"/>
          <p:cNvSpPr txBox="1">
            <a:spLocks noGrp="1"/>
          </p:cNvSpPr>
          <p:nvPr>
            <p:ph type="body" idx="1"/>
          </p:nvPr>
        </p:nvSpPr>
        <p:spPr>
          <a:xfrm>
            <a:off x="3254230" y="1447166"/>
            <a:ext cx="2743200" cy="381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9" name="Google Shape;229;p48"/>
          <p:cNvSpPr txBox="1">
            <a:spLocks noGrp="1"/>
          </p:cNvSpPr>
          <p:nvPr>
            <p:ph type="body" idx="2"/>
          </p:nvPr>
        </p:nvSpPr>
        <p:spPr>
          <a:xfrm>
            <a:off x="3254230" y="1910462"/>
            <a:ext cx="2743200" cy="421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48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48"/>
          <p:cNvSpPr txBox="1">
            <a:spLocks noGrp="1"/>
          </p:cNvSpPr>
          <p:nvPr>
            <p:ph type="body" idx="3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48"/>
          <p:cNvSpPr txBox="1">
            <a:spLocks noGrp="1"/>
          </p:cNvSpPr>
          <p:nvPr>
            <p:ph type="body" idx="4"/>
          </p:nvPr>
        </p:nvSpPr>
        <p:spPr>
          <a:xfrm>
            <a:off x="381001" y="6172200"/>
            <a:ext cx="11429998" cy="2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955"/>
              </a:buClr>
              <a:buSzPts val="1050"/>
              <a:buFont typeface="Noto Sans Symbols"/>
              <a:buNone/>
              <a:defRPr sz="1050" b="0" i="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1050"/>
              <a:buNone/>
              <a:defRPr sz="1050" b="0" i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1"/>
            </a:lvl4pPr>
            <a:lvl5pPr marL="2286000" lvl="4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F5955"/>
              </a:buClr>
              <a:buSzPts val="900"/>
              <a:buChar char="▪"/>
              <a:defRPr sz="9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48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48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48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48"/>
          <p:cNvSpPr txBox="1">
            <a:spLocks noGrp="1"/>
          </p:cNvSpPr>
          <p:nvPr>
            <p:ph type="body" idx="5"/>
          </p:nvPr>
        </p:nvSpPr>
        <p:spPr>
          <a:xfrm>
            <a:off x="381000" y="1449930"/>
            <a:ext cx="2743200" cy="381000"/>
          </a:xfrm>
          <a:prstGeom prst="rect">
            <a:avLst/>
          </a:prstGeom>
          <a:solidFill>
            <a:srgbClr val="285D70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7" name="Google Shape;237;p48"/>
          <p:cNvSpPr txBox="1">
            <a:spLocks noGrp="1"/>
          </p:cNvSpPr>
          <p:nvPr>
            <p:ph type="body" idx="6"/>
          </p:nvPr>
        </p:nvSpPr>
        <p:spPr>
          <a:xfrm>
            <a:off x="380999" y="1911096"/>
            <a:ext cx="2743200" cy="421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48"/>
          <p:cNvSpPr txBox="1">
            <a:spLocks noGrp="1"/>
          </p:cNvSpPr>
          <p:nvPr>
            <p:ph type="body" idx="7"/>
          </p:nvPr>
        </p:nvSpPr>
        <p:spPr>
          <a:xfrm>
            <a:off x="6127460" y="1447166"/>
            <a:ext cx="27432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9" name="Google Shape;239;p48"/>
          <p:cNvSpPr txBox="1">
            <a:spLocks noGrp="1"/>
          </p:cNvSpPr>
          <p:nvPr>
            <p:ph type="body" idx="8"/>
          </p:nvPr>
        </p:nvSpPr>
        <p:spPr>
          <a:xfrm>
            <a:off x="6127460" y="1910462"/>
            <a:ext cx="2743200" cy="421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48"/>
          <p:cNvSpPr txBox="1">
            <a:spLocks noGrp="1"/>
          </p:cNvSpPr>
          <p:nvPr>
            <p:ph type="body" idx="9"/>
          </p:nvPr>
        </p:nvSpPr>
        <p:spPr>
          <a:xfrm>
            <a:off x="9067802" y="1447166"/>
            <a:ext cx="2743200" cy="381000"/>
          </a:xfrm>
          <a:prstGeom prst="rect">
            <a:avLst/>
          </a:prstGeom>
          <a:solidFill>
            <a:srgbClr val="CB8802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1" name="Google Shape;241;p48"/>
          <p:cNvSpPr txBox="1">
            <a:spLocks noGrp="1"/>
          </p:cNvSpPr>
          <p:nvPr>
            <p:ph type="body" idx="13"/>
          </p:nvPr>
        </p:nvSpPr>
        <p:spPr>
          <a:xfrm>
            <a:off x="9067802" y="1910462"/>
            <a:ext cx="2743200" cy="421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  <p15:guide id="2" orient="horz" pos="3816">
          <p15:clr>
            <a:srgbClr val="FBAE40"/>
          </p15:clr>
        </p15:guide>
        <p15:guide id="3" orient="horz" pos="376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9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49"/>
          <p:cNvSpPr txBox="1">
            <a:spLocks noGrp="1"/>
          </p:cNvSpPr>
          <p:nvPr>
            <p:ph type="body" idx="1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49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49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49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0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50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50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enter's People Layout">
  <p:cSld name="Center's People Layout">
    <p:bg>
      <p:bgPr>
        <a:solidFill>
          <a:schemeClr val="dk2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1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51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51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p51"/>
          <p:cNvSpPr txBox="1">
            <a:spLocks noGrp="1"/>
          </p:cNvSpPr>
          <p:nvPr>
            <p:ph type="body" idx="1"/>
          </p:nvPr>
        </p:nvSpPr>
        <p:spPr>
          <a:xfrm>
            <a:off x="381000" y="609600"/>
            <a:ext cx="43815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Char char="▪"/>
              <a:defRPr sz="2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 sz="18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–"/>
              <a:defRPr sz="14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200"/>
              <a:buChar char="▪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51"/>
          <p:cNvSpPr txBox="1">
            <a:spLocks noGrp="1"/>
          </p:cNvSpPr>
          <p:nvPr>
            <p:ph type="body" idx="2"/>
          </p:nvPr>
        </p:nvSpPr>
        <p:spPr>
          <a:xfrm>
            <a:off x="5181600" y="1982367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51"/>
          <p:cNvSpPr>
            <a:spLocks noGrp="1"/>
          </p:cNvSpPr>
          <p:nvPr>
            <p:ph type="pic" idx="3"/>
          </p:nvPr>
        </p:nvSpPr>
        <p:spPr>
          <a:xfrm>
            <a:off x="5181600" y="6096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259" name="Google Shape;259;p51"/>
          <p:cNvSpPr txBox="1">
            <a:spLocks noGrp="1"/>
          </p:cNvSpPr>
          <p:nvPr>
            <p:ph type="body" idx="4"/>
          </p:nvPr>
        </p:nvSpPr>
        <p:spPr>
          <a:xfrm>
            <a:off x="4998720" y="156971"/>
            <a:ext cx="1737360" cy="33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 b="1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51"/>
          <p:cNvSpPr txBox="1">
            <a:spLocks noGrp="1"/>
          </p:cNvSpPr>
          <p:nvPr>
            <p:ph type="body" idx="5"/>
          </p:nvPr>
        </p:nvSpPr>
        <p:spPr>
          <a:xfrm>
            <a:off x="5181600" y="396265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p51"/>
          <p:cNvSpPr>
            <a:spLocks noGrp="1"/>
          </p:cNvSpPr>
          <p:nvPr>
            <p:ph type="pic" idx="6"/>
          </p:nvPr>
        </p:nvSpPr>
        <p:spPr>
          <a:xfrm>
            <a:off x="5181600" y="2589917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262" name="Google Shape;262;p51"/>
          <p:cNvSpPr txBox="1">
            <a:spLocks noGrp="1"/>
          </p:cNvSpPr>
          <p:nvPr>
            <p:ph type="body" idx="7"/>
          </p:nvPr>
        </p:nvSpPr>
        <p:spPr>
          <a:xfrm>
            <a:off x="5181600" y="5945491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" name="Google Shape;263;p51"/>
          <p:cNvSpPr>
            <a:spLocks noGrp="1"/>
          </p:cNvSpPr>
          <p:nvPr>
            <p:ph type="pic" idx="8"/>
          </p:nvPr>
        </p:nvSpPr>
        <p:spPr>
          <a:xfrm>
            <a:off x="5181600" y="4570233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264" name="Google Shape;264;p51"/>
          <p:cNvSpPr txBox="1">
            <a:spLocks noGrp="1"/>
          </p:cNvSpPr>
          <p:nvPr>
            <p:ph type="body" idx="9"/>
          </p:nvPr>
        </p:nvSpPr>
        <p:spPr>
          <a:xfrm>
            <a:off x="6845142" y="1982367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" name="Google Shape;265;p51"/>
          <p:cNvSpPr>
            <a:spLocks noGrp="1"/>
          </p:cNvSpPr>
          <p:nvPr>
            <p:ph type="pic" idx="13"/>
          </p:nvPr>
        </p:nvSpPr>
        <p:spPr>
          <a:xfrm>
            <a:off x="6845142" y="6096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266" name="Google Shape;266;p51"/>
          <p:cNvSpPr txBox="1">
            <a:spLocks noGrp="1"/>
          </p:cNvSpPr>
          <p:nvPr>
            <p:ph type="body" idx="14"/>
          </p:nvPr>
        </p:nvSpPr>
        <p:spPr>
          <a:xfrm>
            <a:off x="7494034" y="152400"/>
            <a:ext cx="1737360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 b="1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7" name="Google Shape;267;p51"/>
          <p:cNvSpPr txBox="1">
            <a:spLocks noGrp="1"/>
          </p:cNvSpPr>
          <p:nvPr>
            <p:ph type="body" idx="15"/>
          </p:nvPr>
        </p:nvSpPr>
        <p:spPr>
          <a:xfrm>
            <a:off x="6845142" y="396265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8" name="Google Shape;268;p51"/>
          <p:cNvSpPr>
            <a:spLocks noGrp="1"/>
          </p:cNvSpPr>
          <p:nvPr>
            <p:ph type="pic" idx="16"/>
          </p:nvPr>
        </p:nvSpPr>
        <p:spPr>
          <a:xfrm>
            <a:off x="6845142" y="2589917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269" name="Google Shape;269;p51"/>
          <p:cNvSpPr txBox="1">
            <a:spLocks noGrp="1"/>
          </p:cNvSpPr>
          <p:nvPr>
            <p:ph type="body" idx="17"/>
          </p:nvPr>
        </p:nvSpPr>
        <p:spPr>
          <a:xfrm>
            <a:off x="6845142" y="5945491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51"/>
          <p:cNvSpPr>
            <a:spLocks noGrp="1"/>
          </p:cNvSpPr>
          <p:nvPr>
            <p:ph type="pic" idx="18"/>
          </p:nvPr>
        </p:nvSpPr>
        <p:spPr>
          <a:xfrm>
            <a:off x="6845142" y="4570233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271" name="Google Shape;271;p51"/>
          <p:cNvSpPr txBox="1">
            <a:spLocks noGrp="1"/>
          </p:cNvSpPr>
          <p:nvPr>
            <p:ph type="body" idx="19"/>
          </p:nvPr>
        </p:nvSpPr>
        <p:spPr>
          <a:xfrm>
            <a:off x="8508684" y="1982367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51"/>
          <p:cNvSpPr>
            <a:spLocks noGrp="1"/>
          </p:cNvSpPr>
          <p:nvPr>
            <p:ph type="pic" idx="20"/>
          </p:nvPr>
        </p:nvSpPr>
        <p:spPr>
          <a:xfrm>
            <a:off x="8508684" y="6096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273" name="Google Shape;273;p51"/>
          <p:cNvSpPr txBox="1">
            <a:spLocks noGrp="1"/>
          </p:cNvSpPr>
          <p:nvPr>
            <p:ph type="body" idx="21"/>
          </p:nvPr>
        </p:nvSpPr>
        <p:spPr>
          <a:xfrm>
            <a:off x="8508684" y="396265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51"/>
          <p:cNvSpPr>
            <a:spLocks noGrp="1"/>
          </p:cNvSpPr>
          <p:nvPr>
            <p:ph type="pic" idx="22"/>
          </p:nvPr>
        </p:nvSpPr>
        <p:spPr>
          <a:xfrm>
            <a:off x="8508684" y="2589917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275" name="Google Shape;275;p51"/>
          <p:cNvSpPr txBox="1">
            <a:spLocks noGrp="1"/>
          </p:cNvSpPr>
          <p:nvPr>
            <p:ph type="body" idx="23"/>
          </p:nvPr>
        </p:nvSpPr>
        <p:spPr>
          <a:xfrm>
            <a:off x="8508684" y="5945491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6" name="Google Shape;276;p51"/>
          <p:cNvSpPr>
            <a:spLocks noGrp="1"/>
          </p:cNvSpPr>
          <p:nvPr>
            <p:ph type="pic" idx="24"/>
          </p:nvPr>
        </p:nvSpPr>
        <p:spPr>
          <a:xfrm>
            <a:off x="8508684" y="4570233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277" name="Google Shape;277;p51"/>
          <p:cNvSpPr txBox="1">
            <a:spLocks noGrp="1"/>
          </p:cNvSpPr>
          <p:nvPr>
            <p:ph type="body" idx="25"/>
          </p:nvPr>
        </p:nvSpPr>
        <p:spPr>
          <a:xfrm>
            <a:off x="10172227" y="1982367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8" name="Google Shape;278;p51"/>
          <p:cNvSpPr>
            <a:spLocks noGrp="1"/>
          </p:cNvSpPr>
          <p:nvPr>
            <p:ph type="pic" idx="26"/>
          </p:nvPr>
        </p:nvSpPr>
        <p:spPr>
          <a:xfrm>
            <a:off x="10172227" y="6096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279" name="Google Shape;279;p51"/>
          <p:cNvSpPr txBox="1">
            <a:spLocks noGrp="1"/>
          </p:cNvSpPr>
          <p:nvPr>
            <p:ph type="body" idx="27"/>
          </p:nvPr>
        </p:nvSpPr>
        <p:spPr>
          <a:xfrm>
            <a:off x="9989347" y="156971"/>
            <a:ext cx="1737360" cy="33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 b="1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0" name="Google Shape;280;p51"/>
          <p:cNvSpPr txBox="1">
            <a:spLocks noGrp="1"/>
          </p:cNvSpPr>
          <p:nvPr>
            <p:ph type="body" idx="28"/>
          </p:nvPr>
        </p:nvSpPr>
        <p:spPr>
          <a:xfrm>
            <a:off x="10172227" y="396265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51"/>
          <p:cNvSpPr>
            <a:spLocks noGrp="1"/>
          </p:cNvSpPr>
          <p:nvPr>
            <p:ph type="pic" idx="29"/>
          </p:nvPr>
        </p:nvSpPr>
        <p:spPr>
          <a:xfrm>
            <a:off x="10172227" y="2589917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282" name="Google Shape;282;p51"/>
          <p:cNvSpPr txBox="1">
            <a:spLocks noGrp="1"/>
          </p:cNvSpPr>
          <p:nvPr>
            <p:ph type="body" idx="30"/>
          </p:nvPr>
        </p:nvSpPr>
        <p:spPr>
          <a:xfrm>
            <a:off x="10172227" y="5945491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51"/>
          <p:cNvSpPr>
            <a:spLocks noGrp="1"/>
          </p:cNvSpPr>
          <p:nvPr>
            <p:ph type="pic" idx="31"/>
          </p:nvPr>
        </p:nvSpPr>
        <p:spPr>
          <a:xfrm>
            <a:off x="10172227" y="4570233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284" name="Google Shape;284;p51"/>
          <p:cNvSpPr/>
          <p:nvPr/>
        </p:nvSpPr>
        <p:spPr>
          <a:xfrm rot="10800000" flipH="1">
            <a:off x="381000" y="6477000"/>
            <a:ext cx="11430000" cy="45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51"/>
          <p:cNvSpPr txBox="1">
            <a:spLocks noGrp="1"/>
          </p:cNvSpPr>
          <p:nvPr>
            <p:ph type="body" idx="32"/>
          </p:nvPr>
        </p:nvSpPr>
        <p:spPr>
          <a:xfrm>
            <a:off x="5181600" y="61766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None/>
              <a:defRPr sz="85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51"/>
          <p:cNvSpPr txBox="1">
            <a:spLocks noGrp="1"/>
          </p:cNvSpPr>
          <p:nvPr>
            <p:ph type="body" idx="33"/>
          </p:nvPr>
        </p:nvSpPr>
        <p:spPr>
          <a:xfrm>
            <a:off x="6845142" y="61766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None/>
              <a:defRPr sz="85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51"/>
          <p:cNvSpPr txBox="1">
            <a:spLocks noGrp="1"/>
          </p:cNvSpPr>
          <p:nvPr>
            <p:ph type="body" idx="34"/>
          </p:nvPr>
        </p:nvSpPr>
        <p:spPr>
          <a:xfrm>
            <a:off x="8508684" y="61766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None/>
              <a:defRPr sz="85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51"/>
          <p:cNvSpPr txBox="1">
            <a:spLocks noGrp="1"/>
          </p:cNvSpPr>
          <p:nvPr>
            <p:ph type="body" idx="35"/>
          </p:nvPr>
        </p:nvSpPr>
        <p:spPr>
          <a:xfrm>
            <a:off x="10172227" y="61766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None/>
              <a:defRPr sz="85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51"/>
          <p:cNvSpPr txBox="1">
            <a:spLocks noGrp="1"/>
          </p:cNvSpPr>
          <p:nvPr>
            <p:ph type="body" idx="36"/>
          </p:nvPr>
        </p:nvSpPr>
        <p:spPr>
          <a:xfrm>
            <a:off x="5181600" y="4194309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None/>
              <a:defRPr sz="85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51"/>
          <p:cNvSpPr txBox="1">
            <a:spLocks noGrp="1"/>
          </p:cNvSpPr>
          <p:nvPr>
            <p:ph type="body" idx="37"/>
          </p:nvPr>
        </p:nvSpPr>
        <p:spPr>
          <a:xfrm>
            <a:off x="6845142" y="4194309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None/>
              <a:defRPr sz="85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1" name="Google Shape;291;p51"/>
          <p:cNvSpPr txBox="1">
            <a:spLocks noGrp="1"/>
          </p:cNvSpPr>
          <p:nvPr>
            <p:ph type="body" idx="38"/>
          </p:nvPr>
        </p:nvSpPr>
        <p:spPr>
          <a:xfrm>
            <a:off x="8508684" y="4194309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None/>
              <a:defRPr sz="85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51"/>
          <p:cNvSpPr txBox="1">
            <a:spLocks noGrp="1"/>
          </p:cNvSpPr>
          <p:nvPr>
            <p:ph type="body" idx="39"/>
          </p:nvPr>
        </p:nvSpPr>
        <p:spPr>
          <a:xfrm>
            <a:off x="10172227" y="4194309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None/>
              <a:defRPr sz="85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51"/>
          <p:cNvSpPr txBox="1">
            <a:spLocks noGrp="1"/>
          </p:cNvSpPr>
          <p:nvPr>
            <p:ph type="body" idx="40"/>
          </p:nvPr>
        </p:nvSpPr>
        <p:spPr>
          <a:xfrm>
            <a:off x="5181600" y="221337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None/>
              <a:defRPr sz="85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51"/>
          <p:cNvSpPr txBox="1">
            <a:spLocks noGrp="1"/>
          </p:cNvSpPr>
          <p:nvPr>
            <p:ph type="body" idx="41"/>
          </p:nvPr>
        </p:nvSpPr>
        <p:spPr>
          <a:xfrm>
            <a:off x="6845142" y="221337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None/>
              <a:defRPr sz="85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5" name="Google Shape;295;p51"/>
          <p:cNvSpPr txBox="1">
            <a:spLocks noGrp="1"/>
          </p:cNvSpPr>
          <p:nvPr>
            <p:ph type="body" idx="42"/>
          </p:nvPr>
        </p:nvSpPr>
        <p:spPr>
          <a:xfrm>
            <a:off x="8508684" y="221337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None/>
              <a:defRPr sz="85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51"/>
          <p:cNvSpPr txBox="1">
            <a:spLocks noGrp="1"/>
          </p:cNvSpPr>
          <p:nvPr>
            <p:ph type="body" idx="43"/>
          </p:nvPr>
        </p:nvSpPr>
        <p:spPr>
          <a:xfrm>
            <a:off x="10172227" y="221337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None/>
              <a:defRPr sz="85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96">
          <p15:clr>
            <a:srgbClr val="FBAE40"/>
          </p15:clr>
        </p15:guide>
        <p15:guide id="2" pos="3048">
          <p15:clr>
            <a:srgbClr val="FBAE40"/>
          </p15:clr>
        </p15:guide>
        <p15:guide id="3" pos="3000">
          <p15:clr>
            <a:srgbClr val="FBAE40"/>
          </p15:clr>
        </p15:guide>
        <p15:guide id="4" orient="horz" pos="96">
          <p15:clr>
            <a:srgbClr val="FBAE40"/>
          </p15:clr>
        </p15:guide>
        <p15:guide id="5" orient="horz" pos="384">
          <p15:clr>
            <a:srgbClr val="FBAE40"/>
          </p15:clr>
        </p15:guide>
        <p15:guide id="6" orient="horz" pos="528">
          <p15:clr>
            <a:srgbClr val="FBAE40"/>
          </p15:clr>
        </p15:guide>
        <p15:guide id="7" pos="3264">
          <p15:clr>
            <a:srgbClr val="FBAE40"/>
          </p15:clr>
        </p15:guide>
        <p15:guide id="8" pos="7272">
          <p15:clr>
            <a:srgbClr val="FBAE40"/>
          </p15:clr>
        </p15:guide>
        <p15:guide id="9" orient="horz" pos="31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eople's Layout 6x6">
  <p:cSld name="People's Layout 6x6">
    <p:bg>
      <p:bgPr>
        <a:solidFill>
          <a:schemeClr val="dk2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2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52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52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52"/>
          <p:cNvSpPr txBox="1">
            <a:spLocks noGrp="1"/>
          </p:cNvSpPr>
          <p:nvPr>
            <p:ph type="body" idx="1"/>
          </p:nvPr>
        </p:nvSpPr>
        <p:spPr>
          <a:xfrm>
            <a:off x="779145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52"/>
          <p:cNvSpPr>
            <a:spLocks noGrp="1"/>
          </p:cNvSpPr>
          <p:nvPr>
            <p:ph type="pic" idx="2"/>
          </p:nvPr>
        </p:nvSpPr>
        <p:spPr>
          <a:xfrm>
            <a:off x="779145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03" name="Google Shape;303;p52"/>
          <p:cNvSpPr txBox="1">
            <a:spLocks noGrp="1"/>
          </p:cNvSpPr>
          <p:nvPr>
            <p:ph type="body" idx="3"/>
          </p:nvPr>
        </p:nvSpPr>
        <p:spPr>
          <a:xfrm>
            <a:off x="779145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52"/>
          <p:cNvSpPr txBox="1">
            <a:spLocks noGrp="1"/>
          </p:cNvSpPr>
          <p:nvPr>
            <p:ph type="body" idx="4"/>
          </p:nvPr>
        </p:nvSpPr>
        <p:spPr>
          <a:xfrm>
            <a:off x="937895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52"/>
          <p:cNvSpPr>
            <a:spLocks noGrp="1"/>
          </p:cNvSpPr>
          <p:nvPr>
            <p:ph type="pic" idx="5"/>
          </p:nvPr>
        </p:nvSpPr>
        <p:spPr>
          <a:xfrm>
            <a:off x="937895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06" name="Google Shape;306;p52"/>
          <p:cNvSpPr txBox="1">
            <a:spLocks noGrp="1"/>
          </p:cNvSpPr>
          <p:nvPr>
            <p:ph type="body" idx="6"/>
          </p:nvPr>
        </p:nvSpPr>
        <p:spPr>
          <a:xfrm>
            <a:off x="937895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7" name="Google Shape;307;p52"/>
          <p:cNvSpPr txBox="1">
            <a:spLocks noGrp="1"/>
          </p:cNvSpPr>
          <p:nvPr>
            <p:ph type="body" idx="7"/>
          </p:nvPr>
        </p:nvSpPr>
        <p:spPr>
          <a:xfrm>
            <a:off x="620395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52"/>
          <p:cNvSpPr>
            <a:spLocks noGrp="1"/>
          </p:cNvSpPr>
          <p:nvPr>
            <p:ph type="pic" idx="8"/>
          </p:nvPr>
        </p:nvSpPr>
        <p:spPr>
          <a:xfrm>
            <a:off x="620395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09" name="Google Shape;309;p52"/>
          <p:cNvSpPr txBox="1">
            <a:spLocks noGrp="1"/>
          </p:cNvSpPr>
          <p:nvPr>
            <p:ph type="body" idx="9"/>
          </p:nvPr>
        </p:nvSpPr>
        <p:spPr>
          <a:xfrm>
            <a:off x="620395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52"/>
          <p:cNvSpPr txBox="1">
            <a:spLocks noGrp="1"/>
          </p:cNvSpPr>
          <p:nvPr>
            <p:ph type="body" idx="13"/>
          </p:nvPr>
        </p:nvSpPr>
        <p:spPr>
          <a:xfrm>
            <a:off x="144145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52"/>
          <p:cNvSpPr>
            <a:spLocks noGrp="1"/>
          </p:cNvSpPr>
          <p:nvPr>
            <p:ph type="pic" idx="14"/>
          </p:nvPr>
        </p:nvSpPr>
        <p:spPr>
          <a:xfrm>
            <a:off x="144145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12" name="Google Shape;312;p52"/>
          <p:cNvSpPr txBox="1">
            <a:spLocks noGrp="1"/>
          </p:cNvSpPr>
          <p:nvPr>
            <p:ph type="body" idx="15"/>
          </p:nvPr>
        </p:nvSpPr>
        <p:spPr>
          <a:xfrm>
            <a:off x="144145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3" name="Google Shape;313;p52"/>
          <p:cNvSpPr txBox="1">
            <a:spLocks noGrp="1"/>
          </p:cNvSpPr>
          <p:nvPr>
            <p:ph type="body" idx="16"/>
          </p:nvPr>
        </p:nvSpPr>
        <p:spPr>
          <a:xfrm>
            <a:off x="302895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4" name="Google Shape;314;p52"/>
          <p:cNvSpPr>
            <a:spLocks noGrp="1"/>
          </p:cNvSpPr>
          <p:nvPr>
            <p:ph type="pic" idx="17"/>
          </p:nvPr>
        </p:nvSpPr>
        <p:spPr>
          <a:xfrm>
            <a:off x="302895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15" name="Google Shape;315;p52"/>
          <p:cNvSpPr txBox="1">
            <a:spLocks noGrp="1"/>
          </p:cNvSpPr>
          <p:nvPr>
            <p:ph type="body" idx="18"/>
          </p:nvPr>
        </p:nvSpPr>
        <p:spPr>
          <a:xfrm>
            <a:off x="302895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52"/>
          <p:cNvSpPr txBox="1">
            <a:spLocks noGrp="1"/>
          </p:cNvSpPr>
          <p:nvPr>
            <p:ph type="body" idx="19"/>
          </p:nvPr>
        </p:nvSpPr>
        <p:spPr>
          <a:xfrm>
            <a:off x="461645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7" name="Google Shape;317;p52"/>
          <p:cNvSpPr>
            <a:spLocks noGrp="1"/>
          </p:cNvSpPr>
          <p:nvPr>
            <p:ph type="pic" idx="20"/>
          </p:nvPr>
        </p:nvSpPr>
        <p:spPr>
          <a:xfrm>
            <a:off x="461645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18" name="Google Shape;318;p52"/>
          <p:cNvSpPr txBox="1">
            <a:spLocks noGrp="1"/>
          </p:cNvSpPr>
          <p:nvPr>
            <p:ph type="body" idx="21"/>
          </p:nvPr>
        </p:nvSpPr>
        <p:spPr>
          <a:xfrm>
            <a:off x="461645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9" name="Google Shape;319;p52"/>
          <p:cNvSpPr txBox="1">
            <a:spLocks noGrp="1"/>
          </p:cNvSpPr>
          <p:nvPr>
            <p:ph type="body" idx="22"/>
          </p:nvPr>
        </p:nvSpPr>
        <p:spPr>
          <a:xfrm>
            <a:off x="7793038" y="3430380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52"/>
          <p:cNvSpPr>
            <a:spLocks noGrp="1"/>
          </p:cNvSpPr>
          <p:nvPr>
            <p:ph type="pic" idx="23"/>
          </p:nvPr>
        </p:nvSpPr>
        <p:spPr>
          <a:xfrm>
            <a:off x="7793038" y="17526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21" name="Google Shape;321;p52"/>
          <p:cNvSpPr txBox="1">
            <a:spLocks noGrp="1"/>
          </p:cNvSpPr>
          <p:nvPr>
            <p:ph type="body" idx="24"/>
          </p:nvPr>
        </p:nvSpPr>
        <p:spPr>
          <a:xfrm>
            <a:off x="7793038" y="319470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2" name="Google Shape;322;p52"/>
          <p:cNvSpPr txBox="1">
            <a:spLocks noGrp="1"/>
          </p:cNvSpPr>
          <p:nvPr>
            <p:ph type="body" idx="25"/>
          </p:nvPr>
        </p:nvSpPr>
        <p:spPr>
          <a:xfrm>
            <a:off x="9380539" y="3430380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3" name="Google Shape;323;p52"/>
          <p:cNvSpPr>
            <a:spLocks noGrp="1"/>
          </p:cNvSpPr>
          <p:nvPr>
            <p:ph type="pic" idx="26"/>
          </p:nvPr>
        </p:nvSpPr>
        <p:spPr>
          <a:xfrm>
            <a:off x="9380538" y="17526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24" name="Google Shape;324;p52"/>
          <p:cNvSpPr txBox="1">
            <a:spLocks noGrp="1"/>
          </p:cNvSpPr>
          <p:nvPr>
            <p:ph type="body" idx="27"/>
          </p:nvPr>
        </p:nvSpPr>
        <p:spPr>
          <a:xfrm>
            <a:off x="9380539" y="319470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52"/>
          <p:cNvSpPr txBox="1">
            <a:spLocks noGrp="1"/>
          </p:cNvSpPr>
          <p:nvPr>
            <p:ph type="body" idx="28"/>
          </p:nvPr>
        </p:nvSpPr>
        <p:spPr>
          <a:xfrm>
            <a:off x="6205537" y="3430380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52"/>
          <p:cNvSpPr>
            <a:spLocks noGrp="1"/>
          </p:cNvSpPr>
          <p:nvPr>
            <p:ph type="pic" idx="29"/>
          </p:nvPr>
        </p:nvSpPr>
        <p:spPr>
          <a:xfrm>
            <a:off x="6205538" y="17526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27" name="Google Shape;327;p52"/>
          <p:cNvSpPr txBox="1">
            <a:spLocks noGrp="1"/>
          </p:cNvSpPr>
          <p:nvPr>
            <p:ph type="body" idx="30"/>
          </p:nvPr>
        </p:nvSpPr>
        <p:spPr>
          <a:xfrm>
            <a:off x="6205537" y="319470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8" name="Google Shape;328;p52"/>
          <p:cNvSpPr txBox="1">
            <a:spLocks noGrp="1"/>
          </p:cNvSpPr>
          <p:nvPr>
            <p:ph type="body" idx="31"/>
          </p:nvPr>
        </p:nvSpPr>
        <p:spPr>
          <a:xfrm>
            <a:off x="1443038" y="3430380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9" name="Google Shape;329;p52"/>
          <p:cNvSpPr>
            <a:spLocks noGrp="1"/>
          </p:cNvSpPr>
          <p:nvPr>
            <p:ph type="pic" idx="32"/>
          </p:nvPr>
        </p:nvSpPr>
        <p:spPr>
          <a:xfrm>
            <a:off x="1443038" y="17526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30" name="Google Shape;330;p52"/>
          <p:cNvSpPr txBox="1">
            <a:spLocks noGrp="1"/>
          </p:cNvSpPr>
          <p:nvPr>
            <p:ph type="body" idx="33"/>
          </p:nvPr>
        </p:nvSpPr>
        <p:spPr>
          <a:xfrm>
            <a:off x="1443038" y="319470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52"/>
          <p:cNvSpPr txBox="1">
            <a:spLocks noGrp="1"/>
          </p:cNvSpPr>
          <p:nvPr>
            <p:ph type="body" idx="34"/>
          </p:nvPr>
        </p:nvSpPr>
        <p:spPr>
          <a:xfrm>
            <a:off x="3030535" y="3430380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52"/>
          <p:cNvSpPr>
            <a:spLocks noGrp="1"/>
          </p:cNvSpPr>
          <p:nvPr>
            <p:ph type="pic" idx="35"/>
          </p:nvPr>
        </p:nvSpPr>
        <p:spPr>
          <a:xfrm>
            <a:off x="3030538" y="17526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33" name="Google Shape;333;p52"/>
          <p:cNvSpPr txBox="1">
            <a:spLocks noGrp="1"/>
          </p:cNvSpPr>
          <p:nvPr>
            <p:ph type="body" idx="36"/>
          </p:nvPr>
        </p:nvSpPr>
        <p:spPr>
          <a:xfrm>
            <a:off x="3030535" y="319470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52"/>
          <p:cNvSpPr txBox="1">
            <a:spLocks noGrp="1"/>
          </p:cNvSpPr>
          <p:nvPr>
            <p:ph type="body" idx="37"/>
          </p:nvPr>
        </p:nvSpPr>
        <p:spPr>
          <a:xfrm>
            <a:off x="4618036" y="3430380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5" name="Google Shape;335;p52"/>
          <p:cNvSpPr>
            <a:spLocks noGrp="1"/>
          </p:cNvSpPr>
          <p:nvPr>
            <p:ph type="pic" idx="38"/>
          </p:nvPr>
        </p:nvSpPr>
        <p:spPr>
          <a:xfrm>
            <a:off x="4618038" y="17526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36" name="Google Shape;336;p52"/>
          <p:cNvSpPr txBox="1">
            <a:spLocks noGrp="1"/>
          </p:cNvSpPr>
          <p:nvPr>
            <p:ph type="body" idx="39"/>
          </p:nvPr>
        </p:nvSpPr>
        <p:spPr>
          <a:xfrm>
            <a:off x="4618036" y="319470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7" name="Google Shape;337;p52"/>
          <p:cNvSpPr/>
          <p:nvPr/>
        </p:nvSpPr>
        <p:spPr>
          <a:xfrm rot="10800000" flipH="1">
            <a:off x="381000" y="6477000"/>
            <a:ext cx="11430000" cy="45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52"/>
          <p:cNvSpPr txBox="1">
            <a:spLocks noGrp="1"/>
          </p:cNvSpPr>
          <p:nvPr>
            <p:ph type="body" idx="40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 i="0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p52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304">
          <p15:clr>
            <a:srgbClr val="FBAE40"/>
          </p15:clr>
        </p15:guide>
        <p15:guide id="5" orient="horz" pos="1104">
          <p15:clr>
            <a:srgbClr val="FBAE40"/>
          </p15:clr>
        </p15:guide>
        <p15:guide id="6" pos="7272">
          <p15:clr>
            <a:srgbClr val="FBAE40"/>
          </p15:clr>
        </p15:guide>
        <p15:guide id="7" pos="408">
          <p15:clr>
            <a:srgbClr val="FBAE40"/>
          </p15:clr>
        </p15:guide>
        <p15:guide id="8" orient="horz" pos="2688">
          <p15:clr>
            <a:srgbClr val="FBAE40"/>
          </p15:clr>
        </p15:guide>
        <p15:guide id="9" orient="horz" pos="3912">
          <p15:clr>
            <a:srgbClr val="FBAE40"/>
          </p15:clr>
        </p15:guide>
        <p15:guide id="10" pos="6773">
          <p15:clr>
            <a:srgbClr val="FBAE40"/>
          </p15:clr>
        </p15:guide>
        <p15:guide id="11" pos="90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eople's Layout 6x7">
  <p:cSld name="People's Layout 6x7">
    <p:bg>
      <p:bgPr>
        <a:solidFill>
          <a:schemeClr val="dk2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3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53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53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p53"/>
          <p:cNvSpPr txBox="1">
            <a:spLocks noGrp="1"/>
          </p:cNvSpPr>
          <p:nvPr>
            <p:ph type="body" idx="1"/>
          </p:nvPr>
        </p:nvSpPr>
        <p:spPr>
          <a:xfrm>
            <a:off x="699770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p53"/>
          <p:cNvSpPr>
            <a:spLocks noGrp="1"/>
          </p:cNvSpPr>
          <p:nvPr>
            <p:ph type="pic" idx="2"/>
          </p:nvPr>
        </p:nvSpPr>
        <p:spPr>
          <a:xfrm>
            <a:off x="699770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46" name="Google Shape;346;p53"/>
          <p:cNvSpPr txBox="1">
            <a:spLocks noGrp="1"/>
          </p:cNvSpPr>
          <p:nvPr>
            <p:ph type="body" idx="3"/>
          </p:nvPr>
        </p:nvSpPr>
        <p:spPr>
          <a:xfrm>
            <a:off x="699770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7" name="Google Shape;347;p53"/>
          <p:cNvSpPr txBox="1">
            <a:spLocks noGrp="1"/>
          </p:cNvSpPr>
          <p:nvPr>
            <p:ph type="body" idx="4"/>
          </p:nvPr>
        </p:nvSpPr>
        <p:spPr>
          <a:xfrm>
            <a:off x="858520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8" name="Google Shape;348;p53"/>
          <p:cNvSpPr>
            <a:spLocks noGrp="1"/>
          </p:cNvSpPr>
          <p:nvPr>
            <p:ph type="pic" idx="5"/>
          </p:nvPr>
        </p:nvSpPr>
        <p:spPr>
          <a:xfrm>
            <a:off x="858520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49" name="Google Shape;349;p53"/>
          <p:cNvSpPr txBox="1">
            <a:spLocks noGrp="1"/>
          </p:cNvSpPr>
          <p:nvPr>
            <p:ph type="body" idx="6"/>
          </p:nvPr>
        </p:nvSpPr>
        <p:spPr>
          <a:xfrm>
            <a:off x="858520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0" name="Google Shape;350;p53"/>
          <p:cNvSpPr txBox="1">
            <a:spLocks noGrp="1"/>
          </p:cNvSpPr>
          <p:nvPr>
            <p:ph type="body" idx="7"/>
          </p:nvPr>
        </p:nvSpPr>
        <p:spPr>
          <a:xfrm>
            <a:off x="1017270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1" name="Google Shape;351;p53"/>
          <p:cNvSpPr>
            <a:spLocks noGrp="1"/>
          </p:cNvSpPr>
          <p:nvPr>
            <p:ph type="pic" idx="8"/>
          </p:nvPr>
        </p:nvSpPr>
        <p:spPr>
          <a:xfrm>
            <a:off x="1017270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52" name="Google Shape;352;p53"/>
          <p:cNvSpPr txBox="1">
            <a:spLocks noGrp="1"/>
          </p:cNvSpPr>
          <p:nvPr>
            <p:ph type="body" idx="9"/>
          </p:nvPr>
        </p:nvSpPr>
        <p:spPr>
          <a:xfrm>
            <a:off x="1017270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53"/>
          <p:cNvSpPr txBox="1">
            <a:spLocks noGrp="1"/>
          </p:cNvSpPr>
          <p:nvPr>
            <p:ph type="body" idx="13"/>
          </p:nvPr>
        </p:nvSpPr>
        <p:spPr>
          <a:xfrm>
            <a:off x="541020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4" name="Google Shape;354;p53"/>
          <p:cNvSpPr>
            <a:spLocks noGrp="1"/>
          </p:cNvSpPr>
          <p:nvPr>
            <p:ph type="pic" idx="14"/>
          </p:nvPr>
        </p:nvSpPr>
        <p:spPr>
          <a:xfrm>
            <a:off x="541020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55" name="Google Shape;355;p53"/>
          <p:cNvSpPr txBox="1">
            <a:spLocks noGrp="1"/>
          </p:cNvSpPr>
          <p:nvPr>
            <p:ph type="body" idx="15"/>
          </p:nvPr>
        </p:nvSpPr>
        <p:spPr>
          <a:xfrm>
            <a:off x="541020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53"/>
          <p:cNvSpPr txBox="1">
            <a:spLocks noGrp="1"/>
          </p:cNvSpPr>
          <p:nvPr>
            <p:ph type="body" idx="16"/>
          </p:nvPr>
        </p:nvSpPr>
        <p:spPr>
          <a:xfrm>
            <a:off x="64770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7" name="Google Shape;357;p53"/>
          <p:cNvSpPr>
            <a:spLocks noGrp="1"/>
          </p:cNvSpPr>
          <p:nvPr>
            <p:ph type="pic" idx="17"/>
          </p:nvPr>
        </p:nvSpPr>
        <p:spPr>
          <a:xfrm>
            <a:off x="64770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58" name="Google Shape;358;p53"/>
          <p:cNvSpPr txBox="1">
            <a:spLocks noGrp="1"/>
          </p:cNvSpPr>
          <p:nvPr>
            <p:ph type="body" idx="18"/>
          </p:nvPr>
        </p:nvSpPr>
        <p:spPr>
          <a:xfrm>
            <a:off x="64770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9" name="Google Shape;359;p53"/>
          <p:cNvSpPr txBox="1">
            <a:spLocks noGrp="1"/>
          </p:cNvSpPr>
          <p:nvPr>
            <p:ph type="body" idx="19"/>
          </p:nvPr>
        </p:nvSpPr>
        <p:spPr>
          <a:xfrm>
            <a:off x="223520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0" name="Google Shape;360;p53"/>
          <p:cNvSpPr>
            <a:spLocks noGrp="1"/>
          </p:cNvSpPr>
          <p:nvPr>
            <p:ph type="pic" idx="20"/>
          </p:nvPr>
        </p:nvSpPr>
        <p:spPr>
          <a:xfrm>
            <a:off x="223520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61" name="Google Shape;361;p53"/>
          <p:cNvSpPr txBox="1">
            <a:spLocks noGrp="1"/>
          </p:cNvSpPr>
          <p:nvPr>
            <p:ph type="body" idx="21"/>
          </p:nvPr>
        </p:nvSpPr>
        <p:spPr>
          <a:xfrm>
            <a:off x="223520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53"/>
          <p:cNvSpPr txBox="1">
            <a:spLocks noGrp="1"/>
          </p:cNvSpPr>
          <p:nvPr>
            <p:ph type="body" idx="22"/>
          </p:nvPr>
        </p:nvSpPr>
        <p:spPr>
          <a:xfrm>
            <a:off x="382270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3" name="Google Shape;363;p53"/>
          <p:cNvSpPr>
            <a:spLocks noGrp="1"/>
          </p:cNvSpPr>
          <p:nvPr>
            <p:ph type="pic" idx="23"/>
          </p:nvPr>
        </p:nvSpPr>
        <p:spPr>
          <a:xfrm>
            <a:off x="382270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64" name="Google Shape;364;p53"/>
          <p:cNvSpPr txBox="1">
            <a:spLocks noGrp="1"/>
          </p:cNvSpPr>
          <p:nvPr>
            <p:ph type="body" idx="24"/>
          </p:nvPr>
        </p:nvSpPr>
        <p:spPr>
          <a:xfrm>
            <a:off x="382270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5" name="Google Shape;365;p53"/>
          <p:cNvSpPr txBox="1">
            <a:spLocks noGrp="1"/>
          </p:cNvSpPr>
          <p:nvPr>
            <p:ph type="body" idx="25"/>
          </p:nvPr>
        </p:nvSpPr>
        <p:spPr>
          <a:xfrm>
            <a:off x="7793038" y="3430380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6" name="Google Shape;366;p53"/>
          <p:cNvSpPr>
            <a:spLocks noGrp="1"/>
          </p:cNvSpPr>
          <p:nvPr>
            <p:ph type="pic" idx="26"/>
          </p:nvPr>
        </p:nvSpPr>
        <p:spPr>
          <a:xfrm>
            <a:off x="7793038" y="17526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67" name="Google Shape;367;p53"/>
          <p:cNvSpPr txBox="1">
            <a:spLocks noGrp="1"/>
          </p:cNvSpPr>
          <p:nvPr>
            <p:ph type="body" idx="27"/>
          </p:nvPr>
        </p:nvSpPr>
        <p:spPr>
          <a:xfrm>
            <a:off x="7793038" y="319470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8" name="Google Shape;368;p53"/>
          <p:cNvSpPr txBox="1">
            <a:spLocks noGrp="1"/>
          </p:cNvSpPr>
          <p:nvPr>
            <p:ph type="body" idx="28"/>
          </p:nvPr>
        </p:nvSpPr>
        <p:spPr>
          <a:xfrm>
            <a:off x="9380539" y="3430380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53"/>
          <p:cNvSpPr>
            <a:spLocks noGrp="1"/>
          </p:cNvSpPr>
          <p:nvPr>
            <p:ph type="pic" idx="29"/>
          </p:nvPr>
        </p:nvSpPr>
        <p:spPr>
          <a:xfrm>
            <a:off x="9380538" y="17526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70" name="Google Shape;370;p53"/>
          <p:cNvSpPr txBox="1">
            <a:spLocks noGrp="1"/>
          </p:cNvSpPr>
          <p:nvPr>
            <p:ph type="body" idx="30"/>
          </p:nvPr>
        </p:nvSpPr>
        <p:spPr>
          <a:xfrm>
            <a:off x="9380539" y="319470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53"/>
          <p:cNvSpPr txBox="1">
            <a:spLocks noGrp="1"/>
          </p:cNvSpPr>
          <p:nvPr>
            <p:ph type="body" idx="31"/>
          </p:nvPr>
        </p:nvSpPr>
        <p:spPr>
          <a:xfrm>
            <a:off x="6205537" y="3430380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2" name="Google Shape;372;p53"/>
          <p:cNvSpPr>
            <a:spLocks noGrp="1"/>
          </p:cNvSpPr>
          <p:nvPr>
            <p:ph type="pic" idx="32"/>
          </p:nvPr>
        </p:nvSpPr>
        <p:spPr>
          <a:xfrm>
            <a:off x="6205538" y="17526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73" name="Google Shape;373;p53"/>
          <p:cNvSpPr txBox="1">
            <a:spLocks noGrp="1"/>
          </p:cNvSpPr>
          <p:nvPr>
            <p:ph type="body" idx="33"/>
          </p:nvPr>
        </p:nvSpPr>
        <p:spPr>
          <a:xfrm>
            <a:off x="6205537" y="319470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4" name="Google Shape;374;p53"/>
          <p:cNvSpPr txBox="1">
            <a:spLocks noGrp="1"/>
          </p:cNvSpPr>
          <p:nvPr>
            <p:ph type="body" idx="34"/>
          </p:nvPr>
        </p:nvSpPr>
        <p:spPr>
          <a:xfrm>
            <a:off x="1443038" y="3430380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5" name="Google Shape;375;p53"/>
          <p:cNvSpPr>
            <a:spLocks noGrp="1"/>
          </p:cNvSpPr>
          <p:nvPr>
            <p:ph type="pic" idx="35"/>
          </p:nvPr>
        </p:nvSpPr>
        <p:spPr>
          <a:xfrm>
            <a:off x="1443038" y="17526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76" name="Google Shape;376;p53"/>
          <p:cNvSpPr txBox="1">
            <a:spLocks noGrp="1"/>
          </p:cNvSpPr>
          <p:nvPr>
            <p:ph type="body" idx="36"/>
          </p:nvPr>
        </p:nvSpPr>
        <p:spPr>
          <a:xfrm>
            <a:off x="1443038" y="319470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7" name="Google Shape;377;p53"/>
          <p:cNvSpPr txBox="1">
            <a:spLocks noGrp="1"/>
          </p:cNvSpPr>
          <p:nvPr>
            <p:ph type="body" idx="37"/>
          </p:nvPr>
        </p:nvSpPr>
        <p:spPr>
          <a:xfrm>
            <a:off x="3030535" y="3430380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8" name="Google Shape;378;p53"/>
          <p:cNvSpPr>
            <a:spLocks noGrp="1"/>
          </p:cNvSpPr>
          <p:nvPr>
            <p:ph type="pic" idx="38"/>
          </p:nvPr>
        </p:nvSpPr>
        <p:spPr>
          <a:xfrm>
            <a:off x="3030538" y="17526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79" name="Google Shape;379;p53"/>
          <p:cNvSpPr txBox="1">
            <a:spLocks noGrp="1"/>
          </p:cNvSpPr>
          <p:nvPr>
            <p:ph type="body" idx="39"/>
          </p:nvPr>
        </p:nvSpPr>
        <p:spPr>
          <a:xfrm>
            <a:off x="3030535" y="319470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0" name="Google Shape;380;p53"/>
          <p:cNvSpPr txBox="1">
            <a:spLocks noGrp="1"/>
          </p:cNvSpPr>
          <p:nvPr>
            <p:ph type="body" idx="40"/>
          </p:nvPr>
        </p:nvSpPr>
        <p:spPr>
          <a:xfrm>
            <a:off x="4618036" y="3430380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p53"/>
          <p:cNvSpPr>
            <a:spLocks noGrp="1"/>
          </p:cNvSpPr>
          <p:nvPr>
            <p:ph type="pic" idx="41"/>
          </p:nvPr>
        </p:nvSpPr>
        <p:spPr>
          <a:xfrm>
            <a:off x="4618038" y="17526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82" name="Google Shape;382;p53"/>
          <p:cNvSpPr txBox="1">
            <a:spLocks noGrp="1"/>
          </p:cNvSpPr>
          <p:nvPr>
            <p:ph type="body" idx="42"/>
          </p:nvPr>
        </p:nvSpPr>
        <p:spPr>
          <a:xfrm>
            <a:off x="4618036" y="319470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3" name="Google Shape;383;p53"/>
          <p:cNvSpPr/>
          <p:nvPr/>
        </p:nvSpPr>
        <p:spPr>
          <a:xfrm rot="10800000" flipH="1">
            <a:off x="381000" y="6477000"/>
            <a:ext cx="11430000" cy="45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53"/>
          <p:cNvSpPr txBox="1">
            <a:spLocks noGrp="1"/>
          </p:cNvSpPr>
          <p:nvPr>
            <p:ph type="body" idx="43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 i="0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5" name="Google Shape;385;p53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304">
          <p15:clr>
            <a:srgbClr val="FBAE40"/>
          </p15:clr>
        </p15:guide>
        <p15:guide id="5" orient="horz" pos="1104">
          <p15:clr>
            <a:srgbClr val="FBAE40"/>
          </p15:clr>
        </p15:guide>
        <p15:guide id="6" pos="7272">
          <p15:clr>
            <a:srgbClr val="FBAE40"/>
          </p15:clr>
        </p15:guide>
        <p15:guide id="7" pos="408">
          <p15:clr>
            <a:srgbClr val="FBAE40"/>
          </p15:clr>
        </p15:guide>
        <p15:guide id="8" orient="horz" pos="2688">
          <p15:clr>
            <a:srgbClr val="FBAE40"/>
          </p15:clr>
        </p15:guide>
        <p15:guide id="9" orient="horz" pos="3912">
          <p15:clr>
            <a:srgbClr val="FBAE40"/>
          </p15:clr>
        </p15:guide>
        <p15:guide id="10" pos="6773">
          <p15:clr>
            <a:srgbClr val="FBAE40"/>
          </p15:clr>
        </p15:guide>
        <p15:guide id="11" pos="90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eople's Layout 7x6">
  <p:cSld name="People's Layout 7x6">
    <p:bg>
      <p:bgPr>
        <a:solidFill>
          <a:schemeClr val="dk2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4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54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54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0" name="Google Shape;390;p54"/>
          <p:cNvSpPr txBox="1">
            <a:spLocks noGrp="1"/>
          </p:cNvSpPr>
          <p:nvPr>
            <p:ph type="body" idx="1"/>
          </p:nvPr>
        </p:nvSpPr>
        <p:spPr>
          <a:xfrm>
            <a:off x="779145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p54"/>
          <p:cNvSpPr>
            <a:spLocks noGrp="1"/>
          </p:cNvSpPr>
          <p:nvPr>
            <p:ph type="pic" idx="2"/>
          </p:nvPr>
        </p:nvSpPr>
        <p:spPr>
          <a:xfrm>
            <a:off x="779145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92" name="Google Shape;392;p54"/>
          <p:cNvSpPr txBox="1">
            <a:spLocks noGrp="1"/>
          </p:cNvSpPr>
          <p:nvPr>
            <p:ph type="body" idx="3"/>
          </p:nvPr>
        </p:nvSpPr>
        <p:spPr>
          <a:xfrm>
            <a:off x="779145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3" name="Google Shape;393;p54"/>
          <p:cNvSpPr txBox="1">
            <a:spLocks noGrp="1"/>
          </p:cNvSpPr>
          <p:nvPr>
            <p:ph type="body" idx="4"/>
          </p:nvPr>
        </p:nvSpPr>
        <p:spPr>
          <a:xfrm>
            <a:off x="937895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4" name="Google Shape;394;p54"/>
          <p:cNvSpPr>
            <a:spLocks noGrp="1"/>
          </p:cNvSpPr>
          <p:nvPr>
            <p:ph type="pic" idx="5"/>
          </p:nvPr>
        </p:nvSpPr>
        <p:spPr>
          <a:xfrm>
            <a:off x="937895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95" name="Google Shape;395;p54"/>
          <p:cNvSpPr txBox="1">
            <a:spLocks noGrp="1"/>
          </p:cNvSpPr>
          <p:nvPr>
            <p:ph type="body" idx="6"/>
          </p:nvPr>
        </p:nvSpPr>
        <p:spPr>
          <a:xfrm>
            <a:off x="937895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6" name="Google Shape;396;p54"/>
          <p:cNvSpPr txBox="1">
            <a:spLocks noGrp="1"/>
          </p:cNvSpPr>
          <p:nvPr>
            <p:ph type="body" idx="7"/>
          </p:nvPr>
        </p:nvSpPr>
        <p:spPr>
          <a:xfrm>
            <a:off x="620395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7" name="Google Shape;397;p54"/>
          <p:cNvSpPr>
            <a:spLocks noGrp="1"/>
          </p:cNvSpPr>
          <p:nvPr>
            <p:ph type="pic" idx="8"/>
          </p:nvPr>
        </p:nvSpPr>
        <p:spPr>
          <a:xfrm>
            <a:off x="620395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98" name="Google Shape;398;p54"/>
          <p:cNvSpPr txBox="1">
            <a:spLocks noGrp="1"/>
          </p:cNvSpPr>
          <p:nvPr>
            <p:ph type="body" idx="9"/>
          </p:nvPr>
        </p:nvSpPr>
        <p:spPr>
          <a:xfrm>
            <a:off x="620395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9" name="Google Shape;399;p54"/>
          <p:cNvSpPr txBox="1">
            <a:spLocks noGrp="1"/>
          </p:cNvSpPr>
          <p:nvPr>
            <p:ph type="body" idx="13"/>
          </p:nvPr>
        </p:nvSpPr>
        <p:spPr>
          <a:xfrm>
            <a:off x="144145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0" name="Google Shape;400;p54"/>
          <p:cNvSpPr>
            <a:spLocks noGrp="1"/>
          </p:cNvSpPr>
          <p:nvPr>
            <p:ph type="pic" idx="14"/>
          </p:nvPr>
        </p:nvSpPr>
        <p:spPr>
          <a:xfrm>
            <a:off x="144145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01" name="Google Shape;401;p54"/>
          <p:cNvSpPr txBox="1">
            <a:spLocks noGrp="1"/>
          </p:cNvSpPr>
          <p:nvPr>
            <p:ph type="body" idx="15"/>
          </p:nvPr>
        </p:nvSpPr>
        <p:spPr>
          <a:xfrm>
            <a:off x="144145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2" name="Google Shape;402;p54"/>
          <p:cNvSpPr txBox="1">
            <a:spLocks noGrp="1"/>
          </p:cNvSpPr>
          <p:nvPr>
            <p:ph type="body" idx="16"/>
          </p:nvPr>
        </p:nvSpPr>
        <p:spPr>
          <a:xfrm>
            <a:off x="302895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3" name="Google Shape;403;p54"/>
          <p:cNvSpPr>
            <a:spLocks noGrp="1"/>
          </p:cNvSpPr>
          <p:nvPr>
            <p:ph type="pic" idx="17"/>
          </p:nvPr>
        </p:nvSpPr>
        <p:spPr>
          <a:xfrm>
            <a:off x="302895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04" name="Google Shape;404;p54"/>
          <p:cNvSpPr txBox="1">
            <a:spLocks noGrp="1"/>
          </p:cNvSpPr>
          <p:nvPr>
            <p:ph type="body" idx="18"/>
          </p:nvPr>
        </p:nvSpPr>
        <p:spPr>
          <a:xfrm>
            <a:off x="302895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5" name="Google Shape;405;p54"/>
          <p:cNvSpPr txBox="1">
            <a:spLocks noGrp="1"/>
          </p:cNvSpPr>
          <p:nvPr>
            <p:ph type="body" idx="19"/>
          </p:nvPr>
        </p:nvSpPr>
        <p:spPr>
          <a:xfrm>
            <a:off x="461645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6" name="Google Shape;406;p54"/>
          <p:cNvSpPr>
            <a:spLocks noGrp="1"/>
          </p:cNvSpPr>
          <p:nvPr>
            <p:ph type="pic" idx="20"/>
          </p:nvPr>
        </p:nvSpPr>
        <p:spPr>
          <a:xfrm>
            <a:off x="461645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07" name="Google Shape;407;p54"/>
          <p:cNvSpPr txBox="1">
            <a:spLocks noGrp="1"/>
          </p:cNvSpPr>
          <p:nvPr>
            <p:ph type="body" idx="21"/>
          </p:nvPr>
        </p:nvSpPr>
        <p:spPr>
          <a:xfrm>
            <a:off x="461645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8" name="Google Shape;408;p54"/>
          <p:cNvSpPr/>
          <p:nvPr/>
        </p:nvSpPr>
        <p:spPr>
          <a:xfrm rot="10800000" flipH="1">
            <a:off x="381000" y="6477000"/>
            <a:ext cx="11430000" cy="45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54"/>
          <p:cNvSpPr txBox="1">
            <a:spLocks noGrp="1"/>
          </p:cNvSpPr>
          <p:nvPr>
            <p:ph type="body" idx="22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 i="0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p54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54"/>
          <p:cNvSpPr txBox="1">
            <a:spLocks noGrp="1"/>
          </p:cNvSpPr>
          <p:nvPr>
            <p:ph type="body" idx="23"/>
          </p:nvPr>
        </p:nvSpPr>
        <p:spPr>
          <a:xfrm>
            <a:off x="6997700" y="3430926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54"/>
          <p:cNvSpPr>
            <a:spLocks noGrp="1"/>
          </p:cNvSpPr>
          <p:nvPr>
            <p:ph type="pic" idx="24"/>
          </p:nvPr>
        </p:nvSpPr>
        <p:spPr>
          <a:xfrm>
            <a:off x="6997700" y="1753146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13" name="Google Shape;413;p54"/>
          <p:cNvSpPr txBox="1">
            <a:spLocks noGrp="1"/>
          </p:cNvSpPr>
          <p:nvPr>
            <p:ph type="body" idx="25"/>
          </p:nvPr>
        </p:nvSpPr>
        <p:spPr>
          <a:xfrm>
            <a:off x="6997700" y="3195252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4" name="Google Shape;414;p54"/>
          <p:cNvSpPr txBox="1">
            <a:spLocks noGrp="1"/>
          </p:cNvSpPr>
          <p:nvPr>
            <p:ph type="body" idx="26"/>
          </p:nvPr>
        </p:nvSpPr>
        <p:spPr>
          <a:xfrm>
            <a:off x="8585201" y="3430926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5" name="Google Shape;415;p54"/>
          <p:cNvSpPr>
            <a:spLocks noGrp="1"/>
          </p:cNvSpPr>
          <p:nvPr>
            <p:ph type="pic" idx="27"/>
          </p:nvPr>
        </p:nvSpPr>
        <p:spPr>
          <a:xfrm>
            <a:off x="8585200" y="1753146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16" name="Google Shape;416;p54"/>
          <p:cNvSpPr txBox="1">
            <a:spLocks noGrp="1"/>
          </p:cNvSpPr>
          <p:nvPr>
            <p:ph type="body" idx="28"/>
          </p:nvPr>
        </p:nvSpPr>
        <p:spPr>
          <a:xfrm>
            <a:off x="8585201" y="3195252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7" name="Google Shape;417;p54"/>
          <p:cNvSpPr txBox="1">
            <a:spLocks noGrp="1"/>
          </p:cNvSpPr>
          <p:nvPr>
            <p:ph type="body" idx="29"/>
          </p:nvPr>
        </p:nvSpPr>
        <p:spPr>
          <a:xfrm>
            <a:off x="10172700" y="3430926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8" name="Google Shape;418;p54"/>
          <p:cNvSpPr>
            <a:spLocks noGrp="1"/>
          </p:cNvSpPr>
          <p:nvPr>
            <p:ph type="pic" idx="30"/>
          </p:nvPr>
        </p:nvSpPr>
        <p:spPr>
          <a:xfrm>
            <a:off x="10172700" y="1753146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19" name="Google Shape;419;p54"/>
          <p:cNvSpPr txBox="1">
            <a:spLocks noGrp="1"/>
          </p:cNvSpPr>
          <p:nvPr>
            <p:ph type="body" idx="31"/>
          </p:nvPr>
        </p:nvSpPr>
        <p:spPr>
          <a:xfrm>
            <a:off x="10172700" y="3195252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0" name="Google Shape;420;p54"/>
          <p:cNvSpPr txBox="1">
            <a:spLocks noGrp="1"/>
          </p:cNvSpPr>
          <p:nvPr>
            <p:ph type="body" idx="32"/>
          </p:nvPr>
        </p:nvSpPr>
        <p:spPr>
          <a:xfrm>
            <a:off x="5410199" y="3430926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1" name="Google Shape;421;p54"/>
          <p:cNvSpPr>
            <a:spLocks noGrp="1"/>
          </p:cNvSpPr>
          <p:nvPr>
            <p:ph type="pic" idx="33"/>
          </p:nvPr>
        </p:nvSpPr>
        <p:spPr>
          <a:xfrm>
            <a:off x="5410200" y="1753146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22" name="Google Shape;422;p54"/>
          <p:cNvSpPr txBox="1">
            <a:spLocks noGrp="1"/>
          </p:cNvSpPr>
          <p:nvPr>
            <p:ph type="body" idx="34"/>
          </p:nvPr>
        </p:nvSpPr>
        <p:spPr>
          <a:xfrm>
            <a:off x="5410199" y="3195252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3" name="Google Shape;423;p54"/>
          <p:cNvSpPr txBox="1">
            <a:spLocks noGrp="1"/>
          </p:cNvSpPr>
          <p:nvPr>
            <p:ph type="body" idx="35"/>
          </p:nvPr>
        </p:nvSpPr>
        <p:spPr>
          <a:xfrm>
            <a:off x="647700" y="3430926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4" name="Google Shape;424;p54"/>
          <p:cNvSpPr>
            <a:spLocks noGrp="1"/>
          </p:cNvSpPr>
          <p:nvPr>
            <p:ph type="pic" idx="36"/>
          </p:nvPr>
        </p:nvSpPr>
        <p:spPr>
          <a:xfrm>
            <a:off x="647700" y="1753146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25" name="Google Shape;425;p54"/>
          <p:cNvSpPr txBox="1">
            <a:spLocks noGrp="1"/>
          </p:cNvSpPr>
          <p:nvPr>
            <p:ph type="body" idx="37"/>
          </p:nvPr>
        </p:nvSpPr>
        <p:spPr>
          <a:xfrm>
            <a:off x="647700" y="3195252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6" name="Google Shape;426;p54"/>
          <p:cNvSpPr txBox="1">
            <a:spLocks noGrp="1"/>
          </p:cNvSpPr>
          <p:nvPr>
            <p:ph type="body" idx="38"/>
          </p:nvPr>
        </p:nvSpPr>
        <p:spPr>
          <a:xfrm>
            <a:off x="2235197" y="3430926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7" name="Google Shape;427;p54"/>
          <p:cNvSpPr>
            <a:spLocks noGrp="1"/>
          </p:cNvSpPr>
          <p:nvPr>
            <p:ph type="pic" idx="39"/>
          </p:nvPr>
        </p:nvSpPr>
        <p:spPr>
          <a:xfrm>
            <a:off x="2235200" y="1753146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28" name="Google Shape;428;p54"/>
          <p:cNvSpPr txBox="1">
            <a:spLocks noGrp="1"/>
          </p:cNvSpPr>
          <p:nvPr>
            <p:ph type="body" idx="40"/>
          </p:nvPr>
        </p:nvSpPr>
        <p:spPr>
          <a:xfrm>
            <a:off x="2235197" y="3195252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9" name="Google Shape;429;p54"/>
          <p:cNvSpPr txBox="1">
            <a:spLocks noGrp="1"/>
          </p:cNvSpPr>
          <p:nvPr>
            <p:ph type="body" idx="41"/>
          </p:nvPr>
        </p:nvSpPr>
        <p:spPr>
          <a:xfrm>
            <a:off x="3822698" y="3430926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54"/>
          <p:cNvSpPr>
            <a:spLocks noGrp="1"/>
          </p:cNvSpPr>
          <p:nvPr>
            <p:ph type="pic" idx="42"/>
          </p:nvPr>
        </p:nvSpPr>
        <p:spPr>
          <a:xfrm>
            <a:off x="3822700" y="1753146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31" name="Google Shape;431;p54"/>
          <p:cNvSpPr txBox="1">
            <a:spLocks noGrp="1"/>
          </p:cNvSpPr>
          <p:nvPr>
            <p:ph type="body" idx="43"/>
          </p:nvPr>
        </p:nvSpPr>
        <p:spPr>
          <a:xfrm>
            <a:off x="3822698" y="3195252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304">
          <p15:clr>
            <a:srgbClr val="FBAE40"/>
          </p15:clr>
        </p15:guide>
        <p15:guide id="5" orient="horz" pos="1104">
          <p15:clr>
            <a:srgbClr val="FBAE40"/>
          </p15:clr>
        </p15:guide>
        <p15:guide id="6" pos="7272">
          <p15:clr>
            <a:srgbClr val="FBAE40"/>
          </p15:clr>
        </p15:guide>
        <p15:guide id="7" pos="408">
          <p15:clr>
            <a:srgbClr val="FBAE40"/>
          </p15:clr>
        </p15:guide>
        <p15:guide id="8" orient="horz" pos="2688">
          <p15:clr>
            <a:srgbClr val="FBAE40"/>
          </p15:clr>
        </p15:guide>
        <p15:guide id="9" orient="horz" pos="3912">
          <p15:clr>
            <a:srgbClr val="FBAE40"/>
          </p15:clr>
        </p15:guide>
        <p15:guide id="10" pos="6774">
          <p15:clr>
            <a:srgbClr val="FBAE40"/>
          </p15:clr>
        </p15:guide>
        <p15:guide id="11" pos="906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eople's Layout 7x7">
  <p:cSld name="People's Layout 7x7">
    <p:bg>
      <p:bgPr>
        <a:solidFill>
          <a:schemeClr val="dk2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5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55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55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6" name="Google Shape;436;p55"/>
          <p:cNvSpPr txBox="1">
            <a:spLocks noGrp="1"/>
          </p:cNvSpPr>
          <p:nvPr>
            <p:ph type="body" idx="1"/>
          </p:nvPr>
        </p:nvSpPr>
        <p:spPr>
          <a:xfrm>
            <a:off x="699770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7" name="Google Shape;437;p55"/>
          <p:cNvSpPr>
            <a:spLocks noGrp="1"/>
          </p:cNvSpPr>
          <p:nvPr>
            <p:ph type="pic" idx="2"/>
          </p:nvPr>
        </p:nvSpPr>
        <p:spPr>
          <a:xfrm>
            <a:off x="699770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38" name="Google Shape;438;p55"/>
          <p:cNvSpPr txBox="1">
            <a:spLocks noGrp="1"/>
          </p:cNvSpPr>
          <p:nvPr>
            <p:ph type="body" idx="3"/>
          </p:nvPr>
        </p:nvSpPr>
        <p:spPr>
          <a:xfrm>
            <a:off x="699770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9" name="Google Shape;439;p55"/>
          <p:cNvSpPr txBox="1">
            <a:spLocks noGrp="1"/>
          </p:cNvSpPr>
          <p:nvPr>
            <p:ph type="body" idx="4"/>
          </p:nvPr>
        </p:nvSpPr>
        <p:spPr>
          <a:xfrm>
            <a:off x="858520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0" name="Google Shape;440;p55"/>
          <p:cNvSpPr>
            <a:spLocks noGrp="1"/>
          </p:cNvSpPr>
          <p:nvPr>
            <p:ph type="pic" idx="5"/>
          </p:nvPr>
        </p:nvSpPr>
        <p:spPr>
          <a:xfrm>
            <a:off x="858520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41" name="Google Shape;441;p55"/>
          <p:cNvSpPr txBox="1">
            <a:spLocks noGrp="1"/>
          </p:cNvSpPr>
          <p:nvPr>
            <p:ph type="body" idx="6"/>
          </p:nvPr>
        </p:nvSpPr>
        <p:spPr>
          <a:xfrm>
            <a:off x="858520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2" name="Google Shape;442;p55"/>
          <p:cNvSpPr txBox="1">
            <a:spLocks noGrp="1"/>
          </p:cNvSpPr>
          <p:nvPr>
            <p:ph type="body" idx="7"/>
          </p:nvPr>
        </p:nvSpPr>
        <p:spPr>
          <a:xfrm>
            <a:off x="1017270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3" name="Google Shape;443;p55"/>
          <p:cNvSpPr>
            <a:spLocks noGrp="1"/>
          </p:cNvSpPr>
          <p:nvPr>
            <p:ph type="pic" idx="8"/>
          </p:nvPr>
        </p:nvSpPr>
        <p:spPr>
          <a:xfrm>
            <a:off x="1017270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44" name="Google Shape;444;p55"/>
          <p:cNvSpPr txBox="1">
            <a:spLocks noGrp="1"/>
          </p:cNvSpPr>
          <p:nvPr>
            <p:ph type="body" idx="9"/>
          </p:nvPr>
        </p:nvSpPr>
        <p:spPr>
          <a:xfrm>
            <a:off x="1017270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5" name="Google Shape;445;p55"/>
          <p:cNvSpPr txBox="1">
            <a:spLocks noGrp="1"/>
          </p:cNvSpPr>
          <p:nvPr>
            <p:ph type="body" idx="13"/>
          </p:nvPr>
        </p:nvSpPr>
        <p:spPr>
          <a:xfrm>
            <a:off x="541020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6" name="Google Shape;446;p55"/>
          <p:cNvSpPr>
            <a:spLocks noGrp="1"/>
          </p:cNvSpPr>
          <p:nvPr>
            <p:ph type="pic" idx="14"/>
          </p:nvPr>
        </p:nvSpPr>
        <p:spPr>
          <a:xfrm>
            <a:off x="541020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47" name="Google Shape;447;p55"/>
          <p:cNvSpPr txBox="1">
            <a:spLocks noGrp="1"/>
          </p:cNvSpPr>
          <p:nvPr>
            <p:ph type="body" idx="15"/>
          </p:nvPr>
        </p:nvSpPr>
        <p:spPr>
          <a:xfrm>
            <a:off x="541020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8" name="Google Shape;448;p55"/>
          <p:cNvSpPr txBox="1">
            <a:spLocks noGrp="1"/>
          </p:cNvSpPr>
          <p:nvPr>
            <p:ph type="body" idx="16"/>
          </p:nvPr>
        </p:nvSpPr>
        <p:spPr>
          <a:xfrm>
            <a:off x="64770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9" name="Google Shape;449;p55"/>
          <p:cNvSpPr>
            <a:spLocks noGrp="1"/>
          </p:cNvSpPr>
          <p:nvPr>
            <p:ph type="pic" idx="17"/>
          </p:nvPr>
        </p:nvSpPr>
        <p:spPr>
          <a:xfrm>
            <a:off x="64770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50" name="Google Shape;450;p55"/>
          <p:cNvSpPr txBox="1">
            <a:spLocks noGrp="1"/>
          </p:cNvSpPr>
          <p:nvPr>
            <p:ph type="body" idx="18"/>
          </p:nvPr>
        </p:nvSpPr>
        <p:spPr>
          <a:xfrm>
            <a:off x="64770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1" name="Google Shape;451;p55"/>
          <p:cNvSpPr txBox="1">
            <a:spLocks noGrp="1"/>
          </p:cNvSpPr>
          <p:nvPr>
            <p:ph type="body" idx="19"/>
          </p:nvPr>
        </p:nvSpPr>
        <p:spPr>
          <a:xfrm>
            <a:off x="223520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2" name="Google Shape;452;p55"/>
          <p:cNvSpPr>
            <a:spLocks noGrp="1"/>
          </p:cNvSpPr>
          <p:nvPr>
            <p:ph type="pic" idx="20"/>
          </p:nvPr>
        </p:nvSpPr>
        <p:spPr>
          <a:xfrm>
            <a:off x="223520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53" name="Google Shape;453;p55"/>
          <p:cNvSpPr txBox="1">
            <a:spLocks noGrp="1"/>
          </p:cNvSpPr>
          <p:nvPr>
            <p:ph type="body" idx="21"/>
          </p:nvPr>
        </p:nvSpPr>
        <p:spPr>
          <a:xfrm>
            <a:off x="223520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4" name="Google Shape;454;p55"/>
          <p:cNvSpPr txBox="1">
            <a:spLocks noGrp="1"/>
          </p:cNvSpPr>
          <p:nvPr>
            <p:ph type="body" idx="22"/>
          </p:nvPr>
        </p:nvSpPr>
        <p:spPr>
          <a:xfrm>
            <a:off x="3822700" y="5986145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5" name="Google Shape;455;p55"/>
          <p:cNvSpPr>
            <a:spLocks noGrp="1"/>
          </p:cNvSpPr>
          <p:nvPr>
            <p:ph type="pic" idx="23"/>
          </p:nvPr>
        </p:nvSpPr>
        <p:spPr>
          <a:xfrm>
            <a:off x="3822700" y="4267200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56" name="Google Shape;456;p55"/>
          <p:cNvSpPr txBox="1">
            <a:spLocks noGrp="1"/>
          </p:cNvSpPr>
          <p:nvPr>
            <p:ph type="body" idx="24"/>
          </p:nvPr>
        </p:nvSpPr>
        <p:spPr>
          <a:xfrm>
            <a:off x="3822700" y="5749856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7" name="Google Shape;457;p55"/>
          <p:cNvSpPr txBox="1">
            <a:spLocks noGrp="1"/>
          </p:cNvSpPr>
          <p:nvPr>
            <p:ph type="body" idx="25"/>
          </p:nvPr>
        </p:nvSpPr>
        <p:spPr>
          <a:xfrm>
            <a:off x="6997700" y="3430926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8" name="Google Shape;458;p55"/>
          <p:cNvSpPr>
            <a:spLocks noGrp="1"/>
          </p:cNvSpPr>
          <p:nvPr>
            <p:ph type="pic" idx="26"/>
          </p:nvPr>
        </p:nvSpPr>
        <p:spPr>
          <a:xfrm>
            <a:off x="6997700" y="1753146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59" name="Google Shape;459;p55"/>
          <p:cNvSpPr txBox="1">
            <a:spLocks noGrp="1"/>
          </p:cNvSpPr>
          <p:nvPr>
            <p:ph type="body" idx="27"/>
          </p:nvPr>
        </p:nvSpPr>
        <p:spPr>
          <a:xfrm>
            <a:off x="6997700" y="3195252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0" name="Google Shape;460;p55"/>
          <p:cNvSpPr txBox="1">
            <a:spLocks noGrp="1"/>
          </p:cNvSpPr>
          <p:nvPr>
            <p:ph type="body" idx="28"/>
          </p:nvPr>
        </p:nvSpPr>
        <p:spPr>
          <a:xfrm>
            <a:off x="8585201" y="3430926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1" name="Google Shape;461;p55"/>
          <p:cNvSpPr>
            <a:spLocks noGrp="1"/>
          </p:cNvSpPr>
          <p:nvPr>
            <p:ph type="pic" idx="29"/>
          </p:nvPr>
        </p:nvSpPr>
        <p:spPr>
          <a:xfrm>
            <a:off x="8585200" y="1753146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62" name="Google Shape;462;p55"/>
          <p:cNvSpPr txBox="1">
            <a:spLocks noGrp="1"/>
          </p:cNvSpPr>
          <p:nvPr>
            <p:ph type="body" idx="30"/>
          </p:nvPr>
        </p:nvSpPr>
        <p:spPr>
          <a:xfrm>
            <a:off x="8585201" y="3195252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3" name="Google Shape;463;p55"/>
          <p:cNvSpPr txBox="1">
            <a:spLocks noGrp="1"/>
          </p:cNvSpPr>
          <p:nvPr>
            <p:ph type="body" idx="31"/>
          </p:nvPr>
        </p:nvSpPr>
        <p:spPr>
          <a:xfrm>
            <a:off x="10172700" y="3430926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4" name="Google Shape;464;p55"/>
          <p:cNvSpPr>
            <a:spLocks noGrp="1"/>
          </p:cNvSpPr>
          <p:nvPr>
            <p:ph type="pic" idx="32"/>
          </p:nvPr>
        </p:nvSpPr>
        <p:spPr>
          <a:xfrm>
            <a:off x="10172700" y="1753146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65" name="Google Shape;465;p55"/>
          <p:cNvSpPr txBox="1">
            <a:spLocks noGrp="1"/>
          </p:cNvSpPr>
          <p:nvPr>
            <p:ph type="body" idx="33"/>
          </p:nvPr>
        </p:nvSpPr>
        <p:spPr>
          <a:xfrm>
            <a:off x="10172700" y="3195252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6" name="Google Shape;466;p55"/>
          <p:cNvSpPr txBox="1">
            <a:spLocks noGrp="1"/>
          </p:cNvSpPr>
          <p:nvPr>
            <p:ph type="body" idx="34"/>
          </p:nvPr>
        </p:nvSpPr>
        <p:spPr>
          <a:xfrm>
            <a:off x="5410199" y="3430926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7" name="Google Shape;467;p55"/>
          <p:cNvSpPr>
            <a:spLocks noGrp="1"/>
          </p:cNvSpPr>
          <p:nvPr>
            <p:ph type="pic" idx="35"/>
          </p:nvPr>
        </p:nvSpPr>
        <p:spPr>
          <a:xfrm>
            <a:off x="5410200" y="1753146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68" name="Google Shape;468;p55"/>
          <p:cNvSpPr txBox="1">
            <a:spLocks noGrp="1"/>
          </p:cNvSpPr>
          <p:nvPr>
            <p:ph type="body" idx="36"/>
          </p:nvPr>
        </p:nvSpPr>
        <p:spPr>
          <a:xfrm>
            <a:off x="5410199" y="3195252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9" name="Google Shape;469;p55"/>
          <p:cNvSpPr txBox="1">
            <a:spLocks noGrp="1"/>
          </p:cNvSpPr>
          <p:nvPr>
            <p:ph type="body" idx="37"/>
          </p:nvPr>
        </p:nvSpPr>
        <p:spPr>
          <a:xfrm>
            <a:off x="647700" y="3430926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0" name="Google Shape;470;p55"/>
          <p:cNvSpPr>
            <a:spLocks noGrp="1"/>
          </p:cNvSpPr>
          <p:nvPr>
            <p:ph type="pic" idx="38"/>
          </p:nvPr>
        </p:nvSpPr>
        <p:spPr>
          <a:xfrm>
            <a:off x="647700" y="1753146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71" name="Google Shape;471;p55"/>
          <p:cNvSpPr txBox="1">
            <a:spLocks noGrp="1"/>
          </p:cNvSpPr>
          <p:nvPr>
            <p:ph type="body" idx="39"/>
          </p:nvPr>
        </p:nvSpPr>
        <p:spPr>
          <a:xfrm>
            <a:off x="647700" y="3195252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2" name="Google Shape;472;p55"/>
          <p:cNvSpPr txBox="1">
            <a:spLocks noGrp="1"/>
          </p:cNvSpPr>
          <p:nvPr>
            <p:ph type="body" idx="40"/>
          </p:nvPr>
        </p:nvSpPr>
        <p:spPr>
          <a:xfrm>
            <a:off x="2235197" y="3430926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3" name="Google Shape;473;p55"/>
          <p:cNvSpPr>
            <a:spLocks noGrp="1"/>
          </p:cNvSpPr>
          <p:nvPr>
            <p:ph type="pic" idx="41"/>
          </p:nvPr>
        </p:nvSpPr>
        <p:spPr>
          <a:xfrm>
            <a:off x="2235200" y="1753146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74" name="Google Shape;474;p55"/>
          <p:cNvSpPr txBox="1">
            <a:spLocks noGrp="1"/>
          </p:cNvSpPr>
          <p:nvPr>
            <p:ph type="body" idx="42"/>
          </p:nvPr>
        </p:nvSpPr>
        <p:spPr>
          <a:xfrm>
            <a:off x="2235197" y="3195252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5" name="Google Shape;475;p55"/>
          <p:cNvSpPr txBox="1">
            <a:spLocks noGrp="1"/>
          </p:cNvSpPr>
          <p:nvPr>
            <p:ph type="body" idx="43"/>
          </p:nvPr>
        </p:nvSpPr>
        <p:spPr>
          <a:xfrm>
            <a:off x="3822698" y="3430926"/>
            <a:ext cx="1371600" cy="22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6" name="Google Shape;476;p55"/>
          <p:cNvSpPr>
            <a:spLocks noGrp="1"/>
          </p:cNvSpPr>
          <p:nvPr>
            <p:ph type="pic" idx="44"/>
          </p:nvPr>
        </p:nvSpPr>
        <p:spPr>
          <a:xfrm>
            <a:off x="3822700" y="1753146"/>
            <a:ext cx="1371600" cy="13716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477" name="Google Shape;477;p55"/>
          <p:cNvSpPr txBox="1">
            <a:spLocks noGrp="1"/>
          </p:cNvSpPr>
          <p:nvPr>
            <p:ph type="body" idx="45"/>
          </p:nvPr>
        </p:nvSpPr>
        <p:spPr>
          <a:xfrm>
            <a:off x="3822698" y="3195252"/>
            <a:ext cx="1371600" cy="2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i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8" name="Google Shape;478;p55"/>
          <p:cNvSpPr/>
          <p:nvPr/>
        </p:nvSpPr>
        <p:spPr>
          <a:xfrm rot="10800000" flipH="1">
            <a:off x="381000" y="6477000"/>
            <a:ext cx="11430000" cy="45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55"/>
          <p:cNvSpPr txBox="1">
            <a:spLocks noGrp="1"/>
          </p:cNvSpPr>
          <p:nvPr>
            <p:ph type="body" idx="46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 i="0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0" name="Google Shape;480;p55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304">
          <p15:clr>
            <a:srgbClr val="FBAE40"/>
          </p15:clr>
        </p15:guide>
        <p15:guide id="5" orient="horz" pos="1104">
          <p15:clr>
            <a:srgbClr val="FBAE40"/>
          </p15:clr>
        </p15:guide>
        <p15:guide id="6" pos="7272">
          <p15:clr>
            <a:srgbClr val="FBAE40"/>
          </p15:clr>
        </p15:guide>
        <p15:guide id="7" pos="408">
          <p15:clr>
            <a:srgbClr val="FBAE40"/>
          </p15:clr>
        </p15:guide>
        <p15:guide id="8" orient="horz" pos="2688">
          <p15:clr>
            <a:srgbClr val="FBAE40"/>
          </p15:clr>
        </p15:guide>
        <p15:guide id="9" orient="horz" pos="391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56"/>
          <p:cNvSpPr txBox="1">
            <a:spLocks noGrp="1"/>
          </p:cNvSpPr>
          <p:nvPr>
            <p:ph type="body" idx="1"/>
          </p:nvPr>
        </p:nvSpPr>
        <p:spPr>
          <a:xfrm>
            <a:off x="5183188" y="952501"/>
            <a:ext cx="6172200" cy="490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431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3200"/>
              <a:buChar char="▪"/>
              <a:defRPr sz="3200"/>
            </a:lvl1pPr>
            <a:lvl2pPr marL="914400" lvl="1" indent="-406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400"/>
              <a:buChar char="▪"/>
              <a:defRPr sz="2400"/>
            </a:lvl3pPr>
            <a:lvl4pPr marL="1828800" lvl="3" indent="-355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84" name="Google Shape;484;p5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85" name="Google Shape;485;p56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56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56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57"/>
          <p:cNvSpPr>
            <a:spLocks noGrp="1"/>
          </p:cNvSpPr>
          <p:nvPr>
            <p:ph type="pic" idx="2"/>
          </p:nvPr>
        </p:nvSpPr>
        <p:spPr>
          <a:xfrm>
            <a:off x="5183188" y="952501"/>
            <a:ext cx="6172200" cy="490855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5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92" name="Google Shape;492;p57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57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57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8"/>
          <p:cNvSpPr txBox="1">
            <a:spLocks noGrp="1"/>
          </p:cNvSpPr>
          <p:nvPr>
            <p:ph type="body" idx="1"/>
          </p:nvPr>
        </p:nvSpPr>
        <p:spPr>
          <a:xfrm rot="5400000">
            <a:off x="3619500" y="-1790700"/>
            <a:ext cx="4953000" cy="11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7" name="Google Shape;497;p58"/>
          <p:cNvSpPr txBox="1">
            <a:spLocks noGrp="1"/>
          </p:cNvSpPr>
          <p:nvPr>
            <p:ph type="body" idx="2"/>
          </p:nvPr>
        </p:nvSpPr>
        <p:spPr>
          <a:xfrm>
            <a:off x="381000" y="952500"/>
            <a:ext cx="114299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55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8" name="Google Shape;498;p58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58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58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1" name="Google Shape;501;p58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9"/>
          <p:cNvSpPr txBox="1">
            <a:spLocks noGrp="1"/>
          </p:cNvSpPr>
          <p:nvPr>
            <p:ph type="title"/>
          </p:nvPr>
        </p:nvSpPr>
        <p:spPr>
          <a:xfrm rot="5400000">
            <a:off x="7315199" y="2133600"/>
            <a:ext cx="544830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59"/>
          <p:cNvSpPr txBox="1">
            <a:spLocks noGrp="1"/>
          </p:cNvSpPr>
          <p:nvPr>
            <p:ph type="body" idx="1"/>
          </p:nvPr>
        </p:nvSpPr>
        <p:spPr>
          <a:xfrm rot="5400000">
            <a:off x="1981200" y="-419100"/>
            <a:ext cx="54483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5" name="Google Shape;505;p59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59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7" name="Google Shape;507;p59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6">
          <p15:clr>
            <a:srgbClr val="FBAE40"/>
          </p15:clr>
        </p15:guide>
        <p15:guide id="2" orient="horz" pos="388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7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29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Montserrat"/>
              <a:buNone/>
              <a:defRPr sz="32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28"/>
          <p:cNvSpPr/>
          <p:nvPr/>
        </p:nvSpPr>
        <p:spPr>
          <a:xfrm rot="10800000" flipH="1">
            <a:off x="380999" y="335277"/>
            <a:ext cx="10039351" cy="4571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Google Shape;15;p28"/>
          <p:cNvSpPr/>
          <p:nvPr/>
        </p:nvSpPr>
        <p:spPr>
          <a:xfrm rot="10800000" flipH="1">
            <a:off x="380999" y="6477000"/>
            <a:ext cx="11430000" cy="457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Google Shape;16;p28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1143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marR="0" lvl="0" indent="-36830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2200"/>
              <a:buFont typeface="Noto Sans Symbols"/>
              <a:buChar char="▪"/>
              <a:defRPr sz="2200" b="1" i="0" u="none" strike="noStrike" cap="none">
                <a:solidFill>
                  <a:srgbClr val="BFBFB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entury Gothic"/>
              <a:buChar char="–"/>
              <a:defRPr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BFBFB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entury Gothic"/>
              <a:buChar char="–"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BFBFB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" name="Google Shape;17;p28"/>
          <p:cNvSpPr txBox="1"/>
          <p:nvPr/>
        </p:nvSpPr>
        <p:spPr>
          <a:xfrm>
            <a:off x="10541966" y="276981"/>
            <a:ext cx="1269033" cy="646331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APAT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F26B43"/>
          </p15:clr>
        </p15:guide>
        <p15:guide id="2" orient="horz" pos="600">
          <p15:clr>
            <a:srgbClr val="F26B43"/>
          </p15:clr>
        </p15:guide>
        <p15:guide id="3" orient="horz" pos="840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orient="horz" pos="4080">
          <p15:clr>
            <a:srgbClr val="F26B43"/>
          </p15:clr>
        </p15:guide>
        <p15:guide id="7" orient="horz" pos="4296">
          <p15:clr>
            <a:srgbClr val="F26B43"/>
          </p15:clr>
        </p15:guide>
        <p15:guide id="8" pos="240">
          <p15:clr>
            <a:srgbClr val="F26B43"/>
          </p15:clr>
        </p15:guide>
        <p15:guide id="9" pos="6564">
          <p15:clr>
            <a:srgbClr val="F26B43"/>
          </p15:clr>
        </p15:guide>
        <p15:guide id="10" pos="7440">
          <p15:clr>
            <a:srgbClr val="F26B43"/>
          </p15:clr>
        </p15:guide>
        <p15:guide id="11" orient="horz" pos="4128">
          <p15:clr>
            <a:srgbClr val="F26B43"/>
          </p15:clr>
        </p15:guide>
        <p15:guide id="12" pos="3792">
          <p15:clr>
            <a:srgbClr val="F26B43"/>
          </p15:clr>
        </p15:guide>
        <p15:guide id="13" pos="3888">
          <p15:clr>
            <a:srgbClr val="F26B43"/>
          </p15:clr>
        </p15:guide>
        <p15:guide id="14" orient="horz" pos="2472">
          <p15:clr>
            <a:srgbClr val="F26B43"/>
          </p15:clr>
        </p15:guide>
        <p15:guide id="15" orient="horz" pos="2424">
          <p15:clr>
            <a:srgbClr val="F26B43"/>
          </p15:clr>
        </p15:guide>
        <p15:guide id="16" orient="horz" pos="2520">
          <p15:clr>
            <a:srgbClr val="F26B43"/>
          </p15:clr>
        </p15:guide>
        <p15:guide id="17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>
            <a:spLocks noGrp="1"/>
          </p:cNvSpPr>
          <p:nvPr>
            <p:ph type="title"/>
          </p:nvPr>
        </p:nvSpPr>
        <p:spPr>
          <a:xfrm>
            <a:off x="380999" y="568758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"/>
              <a:buNone/>
              <a:defRPr sz="32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29" name="Google Shape;29;p27"/>
          <p:cNvSpPr txBox="1">
            <a:spLocks noGrp="1"/>
          </p:cNvSpPr>
          <p:nvPr>
            <p:ph type="dt" idx="10"/>
          </p:nvPr>
        </p:nvSpPr>
        <p:spPr>
          <a:xfrm>
            <a:off x="381000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ftr" idx="11"/>
          </p:nvPr>
        </p:nvSpPr>
        <p:spPr>
          <a:xfrm>
            <a:off x="4038600" y="65532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27"/>
          <p:cNvSpPr/>
          <p:nvPr/>
        </p:nvSpPr>
        <p:spPr>
          <a:xfrm rot="10800000" flipH="1">
            <a:off x="380999" y="335277"/>
            <a:ext cx="1003935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" name="Google Shape;33;p27"/>
          <p:cNvSpPr/>
          <p:nvPr/>
        </p:nvSpPr>
        <p:spPr>
          <a:xfrm rot="10800000" flipH="1">
            <a:off x="380999" y="6477000"/>
            <a:ext cx="11430000" cy="45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27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1143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marR="0" lvl="0" indent="-36830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2200"/>
              <a:buFont typeface="Noto Sans Symbols"/>
              <a:buChar char="▪"/>
              <a:defRPr sz="2200" b="1" i="0" u="none" strike="noStrike" cap="none">
                <a:solidFill>
                  <a:srgbClr val="5F595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Char char="–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F5955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5F595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–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5F5955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5F595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sp>
        <p:nvSpPr>
          <p:cNvPr id="35" name="Google Shape;35;p27"/>
          <p:cNvSpPr txBox="1"/>
          <p:nvPr/>
        </p:nvSpPr>
        <p:spPr>
          <a:xfrm>
            <a:off x="10541966" y="276981"/>
            <a:ext cx="1269033" cy="646331"/>
          </a:xfrm>
          <a:prstGeom prst="rect">
            <a:avLst/>
          </a:prstGeom>
          <a:solidFill>
            <a:srgbClr val="3F3B3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APAT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accent6">
              <a:lumMod val="50000"/>
            </a:schemeClr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F26B43"/>
          </p15:clr>
        </p15:guide>
        <p15:guide id="2" orient="horz" pos="600">
          <p15:clr>
            <a:srgbClr val="F26B43"/>
          </p15:clr>
        </p15:guide>
        <p15:guide id="3" orient="horz" pos="840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orient="horz" pos="4080">
          <p15:clr>
            <a:srgbClr val="F26B43"/>
          </p15:clr>
        </p15:guide>
        <p15:guide id="7" orient="horz" pos="4296">
          <p15:clr>
            <a:srgbClr val="F26B43"/>
          </p15:clr>
        </p15:guide>
        <p15:guide id="8" pos="240">
          <p15:clr>
            <a:srgbClr val="F26B43"/>
          </p15:clr>
        </p15:guide>
        <p15:guide id="9" pos="6564">
          <p15:clr>
            <a:srgbClr val="F26B43"/>
          </p15:clr>
        </p15:guide>
        <p15:guide id="10" pos="7440">
          <p15:clr>
            <a:srgbClr val="F26B43"/>
          </p15:clr>
        </p15:guide>
        <p15:guide id="11" orient="horz" pos="4128">
          <p15:clr>
            <a:srgbClr val="F26B43"/>
          </p15:clr>
        </p15:guide>
        <p15:guide id="12" pos="3792">
          <p15:clr>
            <a:srgbClr val="F26B43"/>
          </p15:clr>
        </p15:guide>
        <p15:guide id="13" pos="3888">
          <p15:clr>
            <a:srgbClr val="F26B43"/>
          </p15:clr>
        </p15:guide>
        <p15:guide id="14" orient="horz" pos="2472">
          <p15:clr>
            <a:srgbClr val="F26B43"/>
          </p15:clr>
        </p15:guide>
        <p15:guide id="15" orient="horz" pos="2424">
          <p15:clr>
            <a:srgbClr val="F26B43"/>
          </p15:clr>
        </p15:guide>
        <p15:guide id="16" orient="horz" pos="2520">
          <p15:clr>
            <a:srgbClr val="F26B43"/>
          </p15:clr>
        </p15:guide>
        <p15:guide id="1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"/>
          <p:cNvSpPr txBox="1">
            <a:spLocks noGrp="1"/>
          </p:cNvSpPr>
          <p:nvPr>
            <p:ph type="title"/>
          </p:nvPr>
        </p:nvSpPr>
        <p:spPr>
          <a:xfrm>
            <a:off x="838200" y="2631269"/>
            <a:ext cx="10515600" cy="81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Montserrat"/>
              <a:buNone/>
            </a:pPr>
            <a:r>
              <a:rPr lang="en-US" sz="4000" dirty="0"/>
              <a:t>CONFLICT &amp; DEMINING IN COLOMBIA</a:t>
            </a:r>
            <a:endParaRPr dirty="0"/>
          </a:p>
        </p:txBody>
      </p:sp>
      <p:sp>
        <p:nvSpPr>
          <p:cNvPr id="513" name="Google Shape;513;p1"/>
          <p:cNvSpPr txBox="1">
            <a:spLocks noGrp="1"/>
          </p:cNvSpPr>
          <p:nvPr>
            <p:ph type="body" idx="1"/>
          </p:nvPr>
        </p:nvSpPr>
        <p:spPr>
          <a:xfrm>
            <a:off x="838199" y="3524251"/>
            <a:ext cx="10515600" cy="80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B38"/>
              </a:buClr>
              <a:buSzPct val="100000"/>
              <a:buNone/>
            </a:pPr>
            <a:endParaRPr dirty="0"/>
          </a:p>
        </p:txBody>
      </p:sp>
      <p:sp>
        <p:nvSpPr>
          <p:cNvPr id="516" name="Google Shape;516;p1"/>
          <p:cNvSpPr txBox="1"/>
          <p:nvPr/>
        </p:nvSpPr>
        <p:spPr>
          <a:xfrm>
            <a:off x="338705" y="5745625"/>
            <a:ext cx="115145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Group 8: Alejandra Patiño, Sofía Linares &amp; Juan Camisassa</a:t>
            </a:r>
            <a:endParaRPr dirty="0"/>
          </a:p>
        </p:txBody>
      </p:sp>
      <p:sp>
        <p:nvSpPr>
          <p:cNvPr id="3" name="Google Shape;21;p30">
            <a:extLst>
              <a:ext uri="{FF2B5EF4-FFF2-40B4-BE49-F238E27FC236}">
                <a16:creationId xmlns:a16="http://schemas.microsoft.com/office/drawing/2014/main" id="{462C6862-E2B8-57F1-18BE-A6387165F8C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481832" y="6567054"/>
            <a:ext cx="1535995" cy="243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March 2026</a:t>
            </a:r>
          </a:p>
        </p:txBody>
      </p:sp>
      <p:pic>
        <p:nvPicPr>
          <p:cNvPr id="2" name="Google Shape;525;g31b6122b027_0_9" descr="Image result for uchicago harris logo">
            <a:extLst>
              <a:ext uri="{FF2B5EF4-FFF2-40B4-BE49-F238E27FC236}">
                <a16:creationId xmlns:a16="http://schemas.microsoft.com/office/drawing/2014/main" id="{5EECD53E-42C2-A8FB-DFDF-0D3D428829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467"/>
          <a:stretch/>
        </p:blipFill>
        <p:spPr>
          <a:xfrm>
            <a:off x="9659113" y="0"/>
            <a:ext cx="2532887" cy="931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1b6122b027_0_9"/>
          <p:cNvSpPr txBox="1">
            <a:spLocks noGrp="1"/>
          </p:cNvSpPr>
          <p:nvPr>
            <p:ph type="body" idx="2"/>
          </p:nvPr>
        </p:nvSpPr>
        <p:spPr>
          <a:xfrm>
            <a:off x="457200" y="963313"/>
            <a:ext cx="11430000" cy="55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/>
          <a:p>
            <a:pPr marL="29845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b="0" dirty="0"/>
          </a:p>
          <a:p>
            <a:pPr marL="274320" lvl="0" indent="-17272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</a:pPr>
            <a:endParaRPr sz="1600" b="0" dirty="0"/>
          </a:p>
        </p:txBody>
      </p:sp>
      <p:sp>
        <p:nvSpPr>
          <p:cNvPr id="523" name="Google Shape;523;g31b6122b027_0_9"/>
          <p:cNvSpPr txBox="1">
            <a:spLocks noGrp="1"/>
          </p:cNvSpPr>
          <p:nvPr>
            <p:ph type="title"/>
          </p:nvPr>
        </p:nvSpPr>
        <p:spPr>
          <a:xfrm>
            <a:off x="457200" y="498482"/>
            <a:ext cx="10039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</a:pPr>
            <a:r>
              <a:rPr lang="en-US" dirty="0"/>
              <a:t>CONFLICT IN COLOMBIA</a:t>
            </a:r>
            <a:endParaRPr dirty="0"/>
          </a:p>
        </p:txBody>
      </p:sp>
      <p:sp>
        <p:nvSpPr>
          <p:cNvPr id="524" name="Google Shape;524;g31b6122b027_0_9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2" name="Google Shape;525;g31b6122b027_0_9" descr="Image result for uchicago harris logo">
            <a:extLst>
              <a:ext uri="{FF2B5EF4-FFF2-40B4-BE49-F238E27FC236}">
                <a16:creationId xmlns:a16="http://schemas.microsoft.com/office/drawing/2014/main" id="{62C259B8-9321-938F-EAD5-2397616D99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467"/>
          <a:stretch/>
        </p:blipFill>
        <p:spPr>
          <a:xfrm>
            <a:off x="9659113" y="-18102"/>
            <a:ext cx="2532887" cy="93192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13;p1">
            <a:extLst>
              <a:ext uri="{FF2B5EF4-FFF2-40B4-BE49-F238E27FC236}">
                <a16:creationId xmlns:a16="http://schemas.microsoft.com/office/drawing/2014/main" id="{F0157C4F-62CC-09EE-4C23-5EBBCA8150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199" y="1512013"/>
            <a:ext cx="6954394" cy="396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0" bIns="0" anchor="t" anchorCtr="0">
            <a:normAutofit lnSpcReduction="10000"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B3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dirty="0"/>
              <a:t>Located in South America, borders with Venezuela, Peru, Ecuador and Brazil.</a:t>
            </a:r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B38"/>
              </a:buClr>
              <a:buSzPct val="100000"/>
              <a:buFont typeface="Arial" panose="020B0604020202020204" pitchFamily="34" charset="0"/>
              <a:buChar char="•"/>
            </a:pPr>
            <a:endParaRPr lang="en-US" b="0" dirty="0"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B3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dirty="0"/>
              <a:t>Colombia has experienced prolonged armed conflict.</a:t>
            </a:r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B38"/>
              </a:buClr>
              <a:buSzPct val="100000"/>
              <a:buFont typeface="Arial" panose="020B0604020202020204" pitchFamily="34" charset="0"/>
              <a:buChar char="•"/>
            </a:pPr>
            <a:endParaRPr lang="en-US" b="0" dirty="0"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B3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dirty="0"/>
              <a:t>Ranks among the countries with the highest number of recorded conflict events, according to the UCDP Georeferenced Event Dataset (GED).</a:t>
            </a:r>
            <a:endParaRPr b="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F49E0E0-1087-4595-59E8-08682460C4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2593" y="1761172"/>
            <a:ext cx="3335655" cy="3335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>
          <a:extLst>
            <a:ext uri="{FF2B5EF4-FFF2-40B4-BE49-F238E27FC236}">
              <a16:creationId xmlns:a16="http://schemas.microsoft.com/office/drawing/2014/main" id="{D14587F2-B2F9-C75E-5F6B-96586D88D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1b6122b027_0_9">
            <a:extLst>
              <a:ext uri="{FF2B5EF4-FFF2-40B4-BE49-F238E27FC236}">
                <a16:creationId xmlns:a16="http://schemas.microsoft.com/office/drawing/2014/main" id="{BAE528FC-534D-E024-15BA-95D995CABF9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200" y="963313"/>
            <a:ext cx="11430000" cy="55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/>
          <a:p>
            <a:pPr marL="29845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b="0" dirty="0"/>
          </a:p>
          <a:p>
            <a:pPr marL="274320" lvl="0" indent="-17272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</a:pPr>
            <a:endParaRPr sz="1600" b="0" dirty="0"/>
          </a:p>
        </p:txBody>
      </p:sp>
      <p:sp>
        <p:nvSpPr>
          <p:cNvPr id="524" name="Google Shape;524;g31b6122b027_0_9">
            <a:extLst>
              <a:ext uri="{FF2B5EF4-FFF2-40B4-BE49-F238E27FC236}">
                <a16:creationId xmlns:a16="http://schemas.microsoft.com/office/drawing/2014/main" id="{0772FDA7-1B06-2AA1-7657-6454792BC0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2" name="Google Shape;525;g31b6122b027_0_9" descr="Image result for uchicago harris logo">
            <a:extLst>
              <a:ext uri="{FF2B5EF4-FFF2-40B4-BE49-F238E27FC236}">
                <a16:creationId xmlns:a16="http://schemas.microsoft.com/office/drawing/2014/main" id="{88D57021-C85C-A307-38DE-B06497E318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467"/>
          <a:stretch/>
        </p:blipFill>
        <p:spPr>
          <a:xfrm>
            <a:off x="9659113" y="-18102"/>
            <a:ext cx="2532887" cy="931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141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>
          <a:extLst>
            <a:ext uri="{FF2B5EF4-FFF2-40B4-BE49-F238E27FC236}">
              <a16:creationId xmlns:a16="http://schemas.microsoft.com/office/drawing/2014/main" id="{F1E532CB-3CA7-9677-A07D-025DFA0E7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1b6122b027_0_9">
            <a:extLst>
              <a:ext uri="{FF2B5EF4-FFF2-40B4-BE49-F238E27FC236}">
                <a16:creationId xmlns:a16="http://schemas.microsoft.com/office/drawing/2014/main" id="{7BC444D8-B319-C73E-123C-A113BFD167D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200" y="963313"/>
            <a:ext cx="11430000" cy="55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/>
          <a:p>
            <a:pPr marL="29845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b="0" dirty="0"/>
          </a:p>
          <a:p>
            <a:pPr marL="274320" lvl="0" indent="-17272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</a:pPr>
            <a:endParaRPr sz="1600" b="0" dirty="0"/>
          </a:p>
        </p:txBody>
      </p:sp>
      <p:sp>
        <p:nvSpPr>
          <p:cNvPr id="523" name="Google Shape;523;g31b6122b027_0_9">
            <a:extLst>
              <a:ext uri="{FF2B5EF4-FFF2-40B4-BE49-F238E27FC236}">
                <a16:creationId xmlns:a16="http://schemas.microsoft.com/office/drawing/2014/main" id="{148C9139-588D-8BF6-B769-5D42C0F932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144" y="389870"/>
            <a:ext cx="10039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</a:pPr>
            <a:r>
              <a:rPr lang="en-US" dirty="0"/>
              <a:t>LANDMINES IN COLOMBIA</a:t>
            </a:r>
            <a:endParaRPr dirty="0"/>
          </a:p>
        </p:txBody>
      </p:sp>
      <p:sp>
        <p:nvSpPr>
          <p:cNvPr id="524" name="Google Shape;524;g31b6122b027_0_9">
            <a:extLst>
              <a:ext uri="{FF2B5EF4-FFF2-40B4-BE49-F238E27FC236}">
                <a16:creationId xmlns:a16="http://schemas.microsoft.com/office/drawing/2014/main" id="{81A4BE6A-78A4-A22F-DEC7-4E565513E2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525" name="Google Shape;525;g31b6122b027_0_9" descr="Image result for uchicago harris logo">
            <a:extLst>
              <a:ext uri="{FF2B5EF4-FFF2-40B4-BE49-F238E27FC236}">
                <a16:creationId xmlns:a16="http://schemas.microsoft.com/office/drawing/2014/main" id="{B043917A-343C-D42B-5F35-D3872F8F7B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467"/>
          <a:stretch/>
        </p:blipFill>
        <p:spPr>
          <a:xfrm>
            <a:off x="9659113" y="0"/>
            <a:ext cx="2532887" cy="93192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13;p1">
            <a:extLst>
              <a:ext uri="{FF2B5EF4-FFF2-40B4-BE49-F238E27FC236}">
                <a16:creationId xmlns:a16="http://schemas.microsoft.com/office/drawing/2014/main" id="{125E78EB-36C9-E641-3820-8427EEECBB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16152"/>
            <a:ext cx="10497312" cy="4910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0" bIns="0" anchor="t" anchorCtr="0">
            <a:norm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B3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dirty="0"/>
              <a:t>Beyond conflict events, Colombia has a specific territorial feature: extensive antipersonnel landmine contamination.</a:t>
            </a:r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B38"/>
              </a:buClr>
              <a:buSzPct val="100000"/>
              <a:buFont typeface="Arial" panose="020B0604020202020204" pitchFamily="34" charset="0"/>
              <a:buChar char="•"/>
            </a:pPr>
            <a:endParaRPr lang="en-US" b="0" dirty="0"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B38"/>
              </a:buClr>
              <a:buSzPct val="100000"/>
              <a:buFont typeface="Arial" panose="020B0604020202020204" pitchFamily="34" charset="0"/>
              <a:buChar char="•"/>
            </a:pPr>
            <a:endParaRPr lang="en-US" b="0" dirty="0"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B3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dirty="0"/>
              <a:t>What is a landmine? A landmine is an explosive device placed on or under the ground that detonates when a person or vehicle triggers it.</a:t>
            </a:r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B38"/>
              </a:buClr>
              <a:buSzPct val="100000"/>
              <a:buFont typeface="Arial" panose="020B0604020202020204" pitchFamily="34" charset="0"/>
              <a:buChar char="•"/>
            </a:pPr>
            <a:endParaRPr lang="en-US" b="0" dirty="0"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B38"/>
              </a:buClr>
              <a:buSzPct val="100000"/>
              <a:buFont typeface="Arial" panose="020B0604020202020204" pitchFamily="34" charset="0"/>
              <a:buChar char="•"/>
            </a:pPr>
            <a:endParaRPr lang="en-US" b="0" dirty="0"/>
          </a:p>
          <a:p>
            <a:pPr marL="342900" lvl="0" indent="-342900">
              <a:spcBef>
                <a:spcPts val="0"/>
              </a:spcBef>
              <a:buClr>
                <a:srgbClr val="3F3B3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dirty="0"/>
              <a:t>By 2018, it was estimated to be among the top 10 countries worldwide with the highest number of victims of antipersonnel mines (MAP) and explosive remnants of war (MUSE) (Landmine Monitor, 2018).</a:t>
            </a:r>
          </a:p>
        </p:txBody>
      </p:sp>
    </p:spTree>
    <p:extLst>
      <p:ext uri="{BB962C8B-B14F-4D97-AF65-F5344CB8AC3E}">
        <p14:creationId xmlns:p14="http://schemas.microsoft.com/office/powerpoint/2010/main" val="2607136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>
          <a:extLst>
            <a:ext uri="{FF2B5EF4-FFF2-40B4-BE49-F238E27FC236}">
              <a16:creationId xmlns:a16="http://schemas.microsoft.com/office/drawing/2014/main" id="{73B0B6F4-4184-F603-6AA5-2B143F5F7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1b6122b027_0_9">
            <a:extLst>
              <a:ext uri="{FF2B5EF4-FFF2-40B4-BE49-F238E27FC236}">
                <a16:creationId xmlns:a16="http://schemas.microsoft.com/office/drawing/2014/main" id="{5A2E173E-3F93-5F1F-2908-7901069C61B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200" y="963313"/>
            <a:ext cx="11430000" cy="55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/>
          <a:p>
            <a:pPr marL="29845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b="0" dirty="0"/>
          </a:p>
          <a:p>
            <a:pPr marL="274320" lvl="0" indent="-17272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</a:pPr>
            <a:endParaRPr sz="1600" b="0" dirty="0"/>
          </a:p>
        </p:txBody>
      </p:sp>
      <p:sp>
        <p:nvSpPr>
          <p:cNvPr id="523" name="Google Shape;523;g31b6122b027_0_9">
            <a:extLst>
              <a:ext uri="{FF2B5EF4-FFF2-40B4-BE49-F238E27FC236}">
                <a16:creationId xmlns:a16="http://schemas.microsoft.com/office/drawing/2014/main" id="{342DCC47-F16E-60C8-C3B5-3DD1DE2F91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98012"/>
            <a:ext cx="10039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</a:pPr>
            <a:r>
              <a:rPr lang="en-US" dirty="0"/>
              <a:t>DATA</a:t>
            </a:r>
            <a:endParaRPr dirty="0"/>
          </a:p>
        </p:txBody>
      </p:sp>
      <p:sp>
        <p:nvSpPr>
          <p:cNvPr id="524" name="Google Shape;524;g31b6122b027_0_9">
            <a:extLst>
              <a:ext uri="{FF2B5EF4-FFF2-40B4-BE49-F238E27FC236}">
                <a16:creationId xmlns:a16="http://schemas.microsoft.com/office/drawing/2014/main" id="{0AFC5FA9-461B-5E4B-3258-772338B5D7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525" name="Google Shape;525;g31b6122b027_0_9" descr="Image result for uchicago harris logo">
            <a:extLst>
              <a:ext uri="{FF2B5EF4-FFF2-40B4-BE49-F238E27FC236}">
                <a16:creationId xmlns:a16="http://schemas.microsoft.com/office/drawing/2014/main" id="{9C4A25C4-6112-3B8A-8397-8ABAA9C7D5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467"/>
          <a:stretch/>
        </p:blipFill>
        <p:spPr>
          <a:xfrm>
            <a:off x="9659113" y="0"/>
            <a:ext cx="2532887" cy="931928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g31b6122b027_0_9">
            <a:extLst>
              <a:ext uri="{FF2B5EF4-FFF2-40B4-BE49-F238E27FC236}">
                <a16:creationId xmlns:a16="http://schemas.microsoft.com/office/drawing/2014/main" id="{1829699F-BDFA-FA25-ABB0-7F402A59C7C7}"/>
              </a:ext>
            </a:extLst>
          </p:cNvPr>
          <p:cNvSpPr txBox="1"/>
          <p:nvPr/>
        </p:nvSpPr>
        <p:spPr>
          <a:xfrm>
            <a:off x="6096000" y="4187385"/>
            <a:ext cx="4844700" cy="11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1E1E"/>
                </a:solidFill>
                <a:highlight>
                  <a:srgbClr val="FFFFFF"/>
                </a:highlight>
              </a:rPr>
              <a:t>National Center for Historical Memory, Observatory of Conflict &amp; Memory.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1E1E"/>
                </a:solidFill>
                <a:highlight>
                  <a:srgbClr val="FFFFFF"/>
                </a:highlight>
              </a:rPr>
              <a:t>Public national database: </a:t>
            </a:r>
            <a:r>
              <a:rPr lang="en-US" sz="1600" i="1" dirty="0" err="1">
                <a:solidFill>
                  <a:srgbClr val="1E1E1E"/>
                </a:solidFill>
                <a:highlight>
                  <a:srgbClr val="FFFFFF"/>
                </a:highlight>
              </a:rPr>
              <a:t>Conflicto</a:t>
            </a:r>
            <a:r>
              <a:rPr lang="en-US" sz="1600" i="1" dirty="0">
                <a:solidFill>
                  <a:srgbClr val="1E1E1E"/>
                </a:solidFill>
                <a:highlight>
                  <a:srgbClr val="FFFFFF"/>
                </a:highlight>
              </a:rPr>
              <a:t> </a:t>
            </a:r>
            <a:r>
              <a:rPr lang="en-US" sz="1600" i="1" dirty="0" err="1">
                <a:solidFill>
                  <a:srgbClr val="1E1E1E"/>
                </a:solidFill>
                <a:highlight>
                  <a:srgbClr val="FFFFFF"/>
                </a:highlight>
              </a:rPr>
              <a:t>Armado</a:t>
            </a:r>
            <a:r>
              <a:rPr lang="en-US" sz="1600" i="1" dirty="0">
                <a:solidFill>
                  <a:srgbClr val="1E1E1E"/>
                </a:solidFill>
                <a:highlight>
                  <a:srgbClr val="FFFFFF"/>
                </a:highlight>
              </a:rPr>
              <a:t> </a:t>
            </a:r>
            <a:r>
              <a:rPr lang="en-US" sz="1600" i="1" dirty="0" err="1">
                <a:solidFill>
                  <a:srgbClr val="1E1E1E"/>
                </a:solidFill>
                <a:highlight>
                  <a:srgbClr val="FFFFFF"/>
                </a:highlight>
              </a:rPr>
              <a:t>en</a:t>
            </a:r>
            <a:r>
              <a:rPr lang="en-US" sz="1600" i="1" dirty="0">
                <a:solidFill>
                  <a:srgbClr val="1E1E1E"/>
                </a:solidFill>
                <a:highlight>
                  <a:srgbClr val="FFFFFF"/>
                </a:highlight>
              </a:rPr>
              <a:t> </a:t>
            </a:r>
            <a:r>
              <a:rPr lang="en-US" sz="1600" i="1" dirty="0" err="1">
                <a:solidFill>
                  <a:srgbClr val="1E1E1E"/>
                </a:solidFill>
                <a:highlight>
                  <a:srgbClr val="FFFFFF"/>
                </a:highlight>
              </a:rPr>
              <a:t>Cifras</a:t>
            </a:r>
            <a:r>
              <a:rPr lang="en-US" sz="1600" i="1" dirty="0">
                <a:solidFill>
                  <a:srgbClr val="1E1E1E"/>
                </a:solidFill>
                <a:highlight>
                  <a:srgbClr val="FFFFFF"/>
                </a:highlight>
              </a:rPr>
              <a:t> </a:t>
            </a:r>
            <a:r>
              <a:rPr lang="en-US" sz="1600" dirty="0">
                <a:solidFill>
                  <a:srgbClr val="1E1E1E"/>
                </a:solidFill>
                <a:highlight>
                  <a:srgbClr val="FFFFFF"/>
                </a:highlight>
              </a:rPr>
              <a:t>— recorded landmine and explosive device incidents, 1953–2025.</a:t>
            </a:r>
            <a:endParaRPr sz="1600" dirty="0">
              <a:solidFill>
                <a:srgbClr val="1E1E1E"/>
              </a:solidFill>
              <a:highlight>
                <a:srgbClr val="FFFFFF"/>
              </a:highlight>
            </a:endParaRPr>
          </a:p>
        </p:txBody>
      </p:sp>
      <p:sp>
        <p:nvSpPr>
          <p:cNvPr id="529" name="Google Shape;529;g31b6122b027_0_9">
            <a:extLst>
              <a:ext uri="{FF2B5EF4-FFF2-40B4-BE49-F238E27FC236}">
                <a16:creationId xmlns:a16="http://schemas.microsoft.com/office/drawing/2014/main" id="{66DF2D9A-66FB-AF73-4C3F-BC96B72CEF41}"/>
              </a:ext>
            </a:extLst>
          </p:cNvPr>
          <p:cNvSpPr txBox="1"/>
          <p:nvPr/>
        </p:nvSpPr>
        <p:spPr>
          <a:xfrm>
            <a:off x="6096000" y="1612414"/>
            <a:ext cx="5482215" cy="11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1E1E"/>
                </a:solidFill>
                <a:highlight>
                  <a:srgbClr val="FFFFFF"/>
                </a:highlight>
              </a:rPr>
              <a:t>UCDP Georeferenced Event Dataset (GED), Global Version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1E1E"/>
                </a:solidFill>
                <a:highlight>
                  <a:srgbClr val="FFFFFF"/>
                </a:highlight>
              </a:rPr>
              <a:t>This dataset provides highly disaggregated, geo-coded data on individual events of organized violence, including exact locations and dates. It enables spatial and temporal analysis of conflict intensity and distribution.</a:t>
            </a:r>
            <a:endParaRPr sz="1600" dirty="0">
              <a:solidFill>
                <a:srgbClr val="1E1E1E"/>
              </a:solidFill>
              <a:highlight>
                <a:srgbClr val="FFFFFF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B4FBA4-BA7F-5ABA-DBEA-CFB07F31A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5237" y="1612414"/>
            <a:ext cx="2219489" cy="1725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7079D4-3E86-226C-C01C-3A7F18210F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915" y="4268967"/>
            <a:ext cx="4299741" cy="99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37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"/>
          <p:cNvSpPr txBox="1">
            <a:spLocks noGrp="1"/>
          </p:cNvSpPr>
          <p:nvPr>
            <p:ph type="body" idx="2"/>
          </p:nvPr>
        </p:nvSpPr>
        <p:spPr>
          <a:xfrm>
            <a:off x="381000" y="952500"/>
            <a:ext cx="11429999" cy="554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numCol="1" anchor="ctr" anchorCtr="0">
            <a:normAutofit/>
          </a:bodyPr>
          <a:lstStyle/>
          <a:p>
            <a:pPr marL="0" lvl="0" indent="0" algn="thaiDi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5955"/>
              </a:buClr>
              <a:buSzPts val="2000"/>
              <a:buNone/>
            </a:pPr>
            <a:r>
              <a:rPr lang="es-419" sz="2000" dirty="0"/>
              <a:t>LINK DE STREAMLIT: VER PSET.</a:t>
            </a:r>
            <a:endParaRPr sz="1600" dirty="0"/>
          </a:p>
          <a:p>
            <a:pPr marL="274320" lvl="0" indent="-172720" algn="thaiDi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</a:pPr>
            <a:endParaRPr sz="1600" b="0" dirty="0"/>
          </a:p>
        </p:txBody>
      </p:sp>
      <p:sp>
        <p:nvSpPr>
          <p:cNvPr id="536" name="Google Shape;536;p2"/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</a:pPr>
            <a:r>
              <a:rPr lang="en-US" dirty="0"/>
              <a:t>DASHBOARD</a:t>
            </a:r>
            <a:endParaRPr dirty="0"/>
          </a:p>
        </p:txBody>
      </p:sp>
      <p:sp>
        <p:nvSpPr>
          <p:cNvPr id="537" name="Google Shape;537;p2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538" name="Google Shape;538;p2" descr="Image result for uchicago harris logo"/>
          <p:cNvPicPr preferRelativeResize="0"/>
          <p:nvPr/>
        </p:nvPicPr>
        <p:blipFill rotWithShape="1">
          <a:blip r:embed="rId3">
            <a:alphaModFix/>
          </a:blip>
          <a:srcRect r="2465"/>
          <a:stretch/>
        </p:blipFill>
        <p:spPr>
          <a:xfrm>
            <a:off x="9659113" y="0"/>
            <a:ext cx="2532887" cy="931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0416992-87AE-25EC-891E-B7FA5B2F4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">
            <a:extLst>
              <a:ext uri="{FF2B5EF4-FFF2-40B4-BE49-F238E27FC236}">
                <a16:creationId xmlns:a16="http://schemas.microsoft.com/office/drawing/2014/main" id="{AA7B1382-3503-25AD-7AB1-A3056AA7CD6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81001" y="1453895"/>
            <a:ext cx="11679935" cy="4526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numCol="1" anchor="ctr" anchorCtr="0">
            <a:normAutofit fontScale="92500"/>
          </a:bodyPr>
          <a:lstStyle/>
          <a:p>
            <a:pPr marL="342900" indent="-342900" algn="thaiDist">
              <a:spcBef>
                <a:spcPts val="0"/>
              </a:spcBef>
              <a:buSzPts val="2000"/>
            </a:pPr>
            <a:r>
              <a:rPr lang="en-US" b="0" dirty="0"/>
              <a:t>The 2016 Peace Agreement marked a policy shift: it institutionalized  demining policy.</a:t>
            </a:r>
          </a:p>
          <a:p>
            <a:pPr marL="342900" indent="-342900" algn="thaiDist">
              <a:spcBef>
                <a:spcPts val="0"/>
              </a:spcBef>
              <a:buSzPts val="2000"/>
            </a:pPr>
            <a:endParaRPr lang="en-US" b="0" dirty="0"/>
          </a:p>
          <a:p>
            <a:pPr marL="342900" indent="-342900" algn="thaiDist">
              <a:spcBef>
                <a:spcPts val="0"/>
              </a:spcBef>
              <a:buSzPts val="2000"/>
            </a:pPr>
            <a:r>
              <a:rPr lang="en-US" b="0" dirty="0"/>
              <a:t>Demining activity increases sharply after 2016, reflecting policy prioritization and discovery.</a:t>
            </a:r>
          </a:p>
          <a:p>
            <a:pPr marL="342900" indent="-342900" algn="thaiDist">
              <a:spcBef>
                <a:spcPts val="0"/>
              </a:spcBef>
              <a:buSzPts val="2000"/>
            </a:pPr>
            <a:endParaRPr lang="en-US" b="0" dirty="0"/>
          </a:p>
          <a:p>
            <a:pPr marL="342900" indent="-342900" algn="thaiDist">
              <a:spcBef>
                <a:spcPts val="0"/>
              </a:spcBef>
              <a:buSzPts val="2000"/>
            </a:pPr>
            <a:r>
              <a:rPr lang="en-US" b="0" dirty="0"/>
              <a:t>Demining increases economic growth by:</a:t>
            </a:r>
          </a:p>
          <a:p>
            <a:pPr marL="800100" lvl="1" indent="-342900" algn="thaiDist">
              <a:spcBef>
                <a:spcPts val="0"/>
              </a:spcBef>
            </a:pPr>
            <a:r>
              <a:rPr lang="en-US" b="0" dirty="0"/>
              <a:t>Enabling access to essential infrastructure and new markets (</a:t>
            </a:r>
            <a:r>
              <a:rPr lang="en-US" b="0" dirty="0" err="1"/>
              <a:t>Chiovelli</a:t>
            </a:r>
            <a:r>
              <a:rPr lang="en-US" b="0" dirty="0"/>
              <a:t>, Michalopoulos, &amp; Papaioannou, 2019).</a:t>
            </a:r>
          </a:p>
          <a:p>
            <a:pPr marL="800100" lvl="1" indent="-342900" algn="thaiDist">
              <a:spcBef>
                <a:spcPts val="0"/>
              </a:spcBef>
            </a:pPr>
            <a:r>
              <a:rPr lang="en-US" dirty="0"/>
              <a:t>Opening</a:t>
            </a:r>
            <a:r>
              <a:rPr lang="en-US" b="0" dirty="0"/>
              <a:t> opportunities for the use and productive exploitation of natural resources (Gunawardana, </a:t>
            </a:r>
            <a:r>
              <a:rPr lang="en-US" b="0" dirty="0" err="1"/>
              <a:t>Tantrigoda</a:t>
            </a:r>
            <a:r>
              <a:rPr lang="en-US" b="0" dirty="0"/>
              <a:t>, &amp; Kumara, 2016).</a:t>
            </a:r>
          </a:p>
          <a:p>
            <a:pPr marL="800100" lvl="1" indent="-342900" algn="thaiDist">
              <a:spcBef>
                <a:spcPts val="0"/>
              </a:spcBef>
            </a:pPr>
            <a:r>
              <a:rPr lang="en-US" dirty="0"/>
              <a:t>Facilitating </a:t>
            </a:r>
            <a:r>
              <a:rPr lang="en-US" b="0" dirty="0"/>
              <a:t>the development of productive activities, and supports land restitution processes (Cabrera &amp; Pachón, 2017).</a:t>
            </a:r>
            <a:endParaRPr b="0" dirty="0"/>
          </a:p>
        </p:txBody>
      </p:sp>
      <p:sp>
        <p:nvSpPr>
          <p:cNvPr id="536" name="Google Shape;536;p2">
            <a:extLst>
              <a:ext uri="{FF2B5EF4-FFF2-40B4-BE49-F238E27FC236}">
                <a16:creationId xmlns:a16="http://schemas.microsoft.com/office/drawing/2014/main" id="{9BC832C4-1910-A85C-402D-3129E4C771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678180"/>
            <a:ext cx="7025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lvl="0"/>
            <a:r>
              <a:rPr lang="en-US" dirty="0"/>
              <a:t>PEACE AGREEMENT AND DEMINING POLICY</a:t>
            </a:r>
          </a:p>
        </p:txBody>
      </p:sp>
      <p:sp>
        <p:nvSpPr>
          <p:cNvPr id="537" name="Google Shape;537;p2">
            <a:extLst>
              <a:ext uri="{FF2B5EF4-FFF2-40B4-BE49-F238E27FC236}">
                <a16:creationId xmlns:a16="http://schemas.microsoft.com/office/drawing/2014/main" id="{9687135C-CE30-C0C3-5678-3A631E4767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538" name="Google Shape;538;p2" descr="Image result for uchicago harris logo">
            <a:extLst>
              <a:ext uri="{FF2B5EF4-FFF2-40B4-BE49-F238E27FC236}">
                <a16:creationId xmlns:a16="http://schemas.microsoft.com/office/drawing/2014/main" id="{83C643F4-FE1D-183F-539D-A9163667C9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465"/>
          <a:stretch/>
        </p:blipFill>
        <p:spPr>
          <a:xfrm>
            <a:off x="9659113" y="0"/>
            <a:ext cx="2532887" cy="931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582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F6E75C59-08FD-FEB1-CC45-1A262AF11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">
            <a:extLst>
              <a:ext uri="{FF2B5EF4-FFF2-40B4-BE49-F238E27FC236}">
                <a16:creationId xmlns:a16="http://schemas.microsoft.com/office/drawing/2014/main" id="{0EC7769D-E574-1CEB-5C18-269402E6A3F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81000" y="952500"/>
            <a:ext cx="11429999" cy="554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numCol="1" anchor="ctr" anchorCtr="0">
            <a:normAutofit/>
          </a:bodyPr>
          <a:lstStyle/>
          <a:p>
            <a:pPr marL="0" lvl="0" indent="0" algn="thaiDi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5955"/>
              </a:buClr>
              <a:buSzPts val="2000"/>
              <a:buNone/>
            </a:pPr>
            <a:r>
              <a:rPr lang="es-419" sz="2000" dirty="0"/>
              <a:t>VOLVEMOS AL DASHBOARD GRÁFICO LÍNEA VERDE</a:t>
            </a:r>
            <a:endParaRPr sz="1600" dirty="0"/>
          </a:p>
          <a:p>
            <a:pPr marL="274320" lvl="0" indent="-172720" algn="thaiDi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</a:pPr>
            <a:endParaRPr sz="1600" b="0" dirty="0"/>
          </a:p>
        </p:txBody>
      </p:sp>
      <p:sp>
        <p:nvSpPr>
          <p:cNvPr id="536" name="Google Shape;536;p2">
            <a:extLst>
              <a:ext uri="{FF2B5EF4-FFF2-40B4-BE49-F238E27FC236}">
                <a16:creationId xmlns:a16="http://schemas.microsoft.com/office/drawing/2014/main" id="{B0730666-5CAC-ABB1-E63C-D6EF021615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365125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</a:pPr>
            <a:r>
              <a:rPr lang="en-US" dirty="0"/>
              <a:t>DASHBOARD</a:t>
            </a:r>
            <a:endParaRPr dirty="0"/>
          </a:p>
        </p:txBody>
      </p:sp>
      <p:sp>
        <p:nvSpPr>
          <p:cNvPr id="537" name="Google Shape;537;p2">
            <a:extLst>
              <a:ext uri="{FF2B5EF4-FFF2-40B4-BE49-F238E27FC236}">
                <a16:creationId xmlns:a16="http://schemas.microsoft.com/office/drawing/2014/main" id="{388DED50-B38C-4372-D1E3-8CFABFF607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538" name="Google Shape;538;p2" descr="Image result for uchicago harris logo">
            <a:extLst>
              <a:ext uri="{FF2B5EF4-FFF2-40B4-BE49-F238E27FC236}">
                <a16:creationId xmlns:a16="http://schemas.microsoft.com/office/drawing/2014/main" id="{94025FD7-299C-7558-779E-BE1EFAC298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465"/>
          <a:stretch/>
        </p:blipFill>
        <p:spPr>
          <a:xfrm>
            <a:off x="9659113" y="0"/>
            <a:ext cx="2532887" cy="931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4058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7CA194DA-0F6E-9583-3C45-4CBD46361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">
            <a:extLst>
              <a:ext uri="{FF2B5EF4-FFF2-40B4-BE49-F238E27FC236}">
                <a16:creationId xmlns:a16="http://schemas.microsoft.com/office/drawing/2014/main" id="{800538A0-848B-E610-5BF9-4EF5807A014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81000" y="952500"/>
            <a:ext cx="11429999" cy="554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numCol="1" anchor="ctr" anchorCtr="0">
            <a:normAutofit/>
          </a:bodyPr>
          <a:lstStyle/>
          <a:p>
            <a:pPr marL="0" lvl="0" indent="0" algn="thaiDi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5955"/>
              </a:buClr>
              <a:buSzPts val="2000"/>
              <a:buNone/>
            </a:pPr>
            <a:r>
              <a:rPr lang="es-419" sz="2000" dirty="0"/>
              <a:t>PRIORITIZATION AREAS WITH HIGH CONFLICT / LANDMINES BUT LESS DEMINING CASES</a:t>
            </a:r>
            <a:endParaRPr sz="1600" dirty="0"/>
          </a:p>
          <a:p>
            <a:pPr marL="274320" lvl="0" indent="-172720" algn="thaiDi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F5955"/>
              </a:buClr>
              <a:buSzPts val="1600"/>
              <a:buNone/>
            </a:pPr>
            <a:endParaRPr sz="1600" b="0" dirty="0"/>
          </a:p>
        </p:txBody>
      </p:sp>
      <p:sp>
        <p:nvSpPr>
          <p:cNvPr id="536" name="Google Shape;536;p2">
            <a:extLst>
              <a:ext uri="{FF2B5EF4-FFF2-40B4-BE49-F238E27FC236}">
                <a16:creationId xmlns:a16="http://schemas.microsoft.com/office/drawing/2014/main" id="{67B4F9C6-0DF3-67E5-F0EF-0A2EC322F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687771"/>
            <a:ext cx="100393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</a:pPr>
            <a:r>
              <a:rPr lang="en-US" dirty="0"/>
              <a:t>POLICY RECOMMENDATION</a:t>
            </a:r>
            <a:br>
              <a:rPr lang="en-US" dirty="0"/>
            </a:br>
            <a:r>
              <a:rPr lang="en-US" dirty="0"/>
              <a:t>&amp; CONCLUSION</a:t>
            </a:r>
            <a:endParaRPr dirty="0"/>
          </a:p>
        </p:txBody>
      </p:sp>
      <p:sp>
        <p:nvSpPr>
          <p:cNvPr id="537" name="Google Shape;537;p2">
            <a:extLst>
              <a:ext uri="{FF2B5EF4-FFF2-40B4-BE49-F238E27FC236}">
                <a16:creationId xmlns:a16="http://schemas.microsoft.com/office/drawing/2014/main" id="{5D2F53C6-4E77-EE7A-1F42-8C3929E74B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538" name="Google Shape;538;p2" descr="Image result for uchicago harris logo">
            <a:extLst>
              <a:ext uri="{FF2B5EF4-FFF2-40B4-BE49-F238E27FC236}">
                <a16:creationId xmlns:a16="http://schemas.microsoft.com/office/drawing/2014/main" id="{350BC351-C117-8B8A-5D8D-EB4953C489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465"/>
          <a:stretch/>
        </p:blipFill>
        <p:spPr>
          <a:xfrm>
            <a:off x="9659113" y="0"/>
            <a:ext cx="2532887" cy="931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3778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7"/>
          <p:cNvSpPr txBox="1">
            <a:spLocks noGrp="1"/>
          </p:cNvSpPr>
          <p:nvPr>
            <p:ph type="body" idx="1"/>
          </p:nvPr>
        </p:nvSpPr>
        <p:spPr>
          <a:xfrm>
            <a:off x="838200" y="2884916"/>
            <a:ext cx="10515600" cy="1088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</a:pPr>
            <a:r>
              <a:rPr lang="en-US" sz="5400" dirty="0">
                <a:solidFill>
                  <a:schemeClr val="accent6">
                    <a:lumMod val="50000"/>
                  </a:schemeClr>
                </a:solidFill>
              </a:rPr>
              <a:t>Appendix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48" name="Google Shape;648;p17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649" name="Google Shape;649;p17" descr="Image result for uchicago harris logo"/>
          <p:cNvPicPr preferRelativeResize="0"/>
          <p:nvPr/>
        </p:nvPicPr>
        <p:blipFill rotWithShape="1">
          <a:blip r:embed="rId3">
            <a:alphaModFix/>
          </a:blip>
          <a:srcRect r="2465"/>
          <a:stretch/>
        </p:blipFill>
        <p:spPr>
          <a:xfrm>
            <a:off x="9659113" y="0"/>
            <a:ext cx="2532887" cy="931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>
          <a:extLst>
            <a:ext uri="{FF2B5EF4-FFF2-40B4-BE49-F238E27FC236}">
              <a16:creationId xmlns:a16="http://schemas.microsoft.com/office/drawing/2014/main" id="{C9C69CF5-FE90-AC51-7325-4929C007D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7">
            <a:extLst>
              <a:ext uri="{FF2B5EF4-FFF2-40B4-BE49-F238E27FC236}">
                <a16:creationId xmlns:a16="http://schemas.microsoft.com/office/drawing/2014/main" id="{B0E088DE-0CF4-B7F8-ABD5-7090DC1C1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2884916"/>
            <a:ext cx="10515600" cy="1088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</a:pPr>
            <a:r>
              <a:rPr lang="en-US" sz="5400" dirty="0">
                <a:solidFill>
                  <a:schemeClr val="accent6">
                    <a:lumMod val="50000"/>
                  </a:schemeClr>
                </a:solidFill>
              </a:rPr>
              <a:t>SMOKESELLER</a:t>
            </a:r>
            <a:r>
              <a:rPr lang="en-US" sz="5400" dirty="0">
                <a:solidFill>
                  <a:schemeClr val="dk2"/>
                </a:solidFill>
              </a:rPr>
              <a:t> </a:t>
            </a:r>
            <a:r>
              <a:rPr lang="en-US" sz="5400" dirty="0">
                <a:solidFill>
                  <a:schemeClr val="accent6">
                    <a:lumMod val="50000"/>
                  </a:schemeClr>
                </a:solidFill>
              </a:rPr>
              <a:t>GRAPHS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48" name="Google Shape;648;p17">
            <a:extLst>
              <a:ext uri="{FF2B5EF4-FFF2-40B4-BE49-F238E27FC236}">
                <a16:creationId xmlns:a16="http://schemas.microsoft.com/office/drawing/2014/main" id="{03642C0F-E4E4-1CB5-5133-FCB199404B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649" name="Google Shape;649;p17" descr="Image result for uchicago harris logo">
            <a:extLst>
              <a:ext uri="{FF2B5EF4-FFF2-40B4-BE49-F238E27FC236}">
                <a16:creationId xmlns:a16="http://schemas.microsoft.com/office/drawing/2014/main" id="{5879F92A-F391-4BCF-929F-31417A7D4B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465"/>
          <a:stretch/>
        </p:blipFill>
        <p:spPr>
          <a:xfrm>
            <a:off x="9659113" y="0"/>
            <a:ext cx="2532887" cy="931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871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1b6122b027_0_1"/>
          <p:cNvSpPr txBox="1">
            <a:spLocks noGrp="1"/>
          </p:cNvSpPr>
          <p:nvPr>
            <p:ph type="title"/>
          </p:nvPr>
        </p:nvSpPr>
        <p:spPr>
          <a:xfrm>
            <a:off x="838200" y="2933698"/>
            <a:ext cx="105156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Montserrat"/>
              <a:buNone/>
            </a:pPr>
            <a:r>
              <a:rPr lang="en-US" sz="5400"/>
              <a:t>QUESTIONS?</a:t>
            </a:r>
            <a:endParaRPr sz="5400"/>
          </a:p>
        </p:txBody>
      </p:sp>
      <p:sp>
        <p:nvSpPr>
          <p:cNvPr id="741" name="Google Shape;741;g31b6122b027_0_1"/>
          <p:cNvSpPr txBox="1">
            <a:spLocks noGrp="1"/>
          </p:cNvSpPr>
          <p:nvPr>
            <p:ph type="sldNum" idx="12"/>
          </p:nvPr>
        </p:nvSpPr>
        <p:spPr>
          <a:xfrm>
            <a:off x="9756448" y="6553200"/>
            <a:ext cx="2054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742" name="Google Shape;742;g31b6122b027_0_1" descr="Image result for uchicago harris logo"/>
          <p:cNvPicPr preferRelativeResize="0"/>
          <p:nvPr/>
        </p:nvPicPr>
        <p:blipFill rotWithShape="1">
          <a:blip r:embed="rId3">
            <a:alphaModFix/>
          </a:blip>
          <a:srcRect r="2467"/>
          <a:stretch/>
        </p:blipFill>
        <p:spPr>
          <a:xfrm>
            <a:off x="9659113" y="0"/>
            <a:ext cx="2532887" cy="931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POST UChicago">
      <a:dk1>
        <a:srgbClr val="7F7772"/>
      </a:dk1>
      <a:lt1>
        <a:srgbClr val="FFFFFF"/>
      </a:lt1>
      <a:dk2>
        <a:srgbClr val="367C96"/>
      </a:dk2>
      <a:lt2>
        <a:srgbClr val="C7C5C4"/>
      </a:lt2>
      <a:accent1>
        <a:srgbClr val="8B0021"/>
      </a:accent1>
      <a:accent2>
        <a:srgbClr val="FCAF17"/>
      </a:accent2>
      <a:accent3>
        <a:srgbClr val="D5802C"/>
      </a:accent3>
      <a:accent4>
        <a:srgbClr val="993536"/>
      </a:accent4>
      <a:accent5>
        <a:srgbClr val="91AB5A"/>
      </a:accent5>
      <a:accent6>
        <a:srgbClr val="58593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POST UChicago">
      <a:dk1>
        <a:srgbClr val="7F7772"/>
      </a:dk1>
      <a:lt1>
        <a:srgbClr val="FFFFFF"/>
      </a:lt1>
      <a:dk2>
        <a:srgbClr val="367C96"/>
      </a:dk2>
      <a:lt2>
        <a:srgbClr val="C7C5C4"/>
      </a:lt2>
      <a:accent1>
        <a:srgbClr val="8B0021"/>
      </a:accent1>
      <a:accent2>
        <a:srgbClr val="FCAF17"/>
      </a:accent2>
      <a:accent3>
        <a:srgbClr val="D5802C"/>
      </a:accent3>
      <a:accent4>
        <a:srgbClr val="993536"/>
      </a:accent4>
      <a:accent5>
        <a:srgbClr val="91AB5A"/>
      </a:accent5>
      <a:accent6>
        <a:srgbClr val="58593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383</Words>
  <Application>Microsoft Office PowerPoint</Application>
  <PresentationFormat>Widescreen</PresentationFormat>
  <Paragraphs>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Montserrat</vt:lpstr>
      <vt:lpstr>Noto Sans Symbols</vt:lpstr>
      <vt:lpstr>Century Gothic</vt:lpstr>
      <vt:lpstr>Calibri</vt:lpstr>
      <vt:lpstr>Arial</vt:lpstr>
      <vt:lpstr>Office Theme</vt:lpstr>
      <vt:lpstr>Office Theme</vt:lpstr>
      <vt:lpstr>CONFLICT &amp; DEMINING IN COLOMBIA</vt:lpstr>
      <vt:lpstr>CONFLICT IN COLOMBIA</vt:lpstr>
      <vt:lpstr>PowerPoint Presentation</vt:lpstr>
      <vt:lpstr>LANDMINES IN COLOMBIA</vt:lpstr>
      <vt:lpstr>DATA</vt:lpstr>
      <vt:lpstr>DASHBOARD</vt:lpstr>
      <vt:lpstr>PEACE AGREEMENT AND DEMINING POLICY</vt:lpstr>
      <vt:lpstr>DASHBOARD</vt:lpstr>
      <vt:lpstr>POLICY RECOMMENDATION &amp; CONCLUSION</vt:lpstr>
      <vt:lpstr>PowerPoint Presentation</vt:lpstr>
      <vt:lpstr>PowerPoint Presentation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Keven Ruby</dc:creator>
  <cp:lastModifiedBy>Sofia Linares Botero</cp:lastModifiedBy>
  <cp:revision>13</cp:revision>
  <dcterms:created xsi:type="dcterms:W3CDTF">2022-06-10T17:11:53Z</dcterms:created>
  <dcterms:modified xsi:type="dcterms:W3CDTF">2026-03-01T04:52:41Z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0x0101008CE4736FE7B1A545B56A8F0078786AE9</vt:lpwstr>
  </property>
  <property fmtid="{D5CDD505-2E9C-101B-9397-08002B2CF9AE}" pid="3" name="MediaServiceImageTags">
    <vt:lpwstr/>
  </property>
</Properties>
</file>