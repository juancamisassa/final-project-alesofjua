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0" r:id="rId2"/>
  </p:sldMasterIdLst>
  <p:notesMasterIdLst>
    <p:notesMasterId r:id="rId15"/>
  </p:notesMasterIdLst>
  <p:sldIdLst>
    <p:sldId id="256" r:id="rId3"/>
    <p:sldId id="257" r:id="rId4"/>
    <p:sldId id="292" r:id="rId5"/>
    <p:sldId id="285" r:id="rId6"/>
    <p:sldId id="286" r:id="rId7"/>
    <p:sldId id="258" r:id="rId8"/>
    <p:sldId id="287" r:id="rId9"/>
    <p:sldId id="288" r:id="rId10"/>
    <p:sldId id="289" r:id="rId11"/>
    <p:sldId id="272" r:id="rId12"/>
    <p:sldId id="290" r:id="rId13"/>
    <p:sldId id="283" r:id="rId14"/>
  </p:sldIdLst>
  <p:sldSz cx="12192000" cy="6858000"/>
  <p:notesSz cx="7099300" cy="10234613"/>
  <p:embeddedFontLst>
    <p:embeddedFont>
      <p:font typeface="Century Gothic" panose="020B0502020202020204" pitchFamily="34" charset="0"/>
      <p:regular r:id="rId16"/>
      <p:bold r:id="rId17"/>
      <p:italic r:id="rId18"/>
      <p:boldItalic r:id="rId19"/>
    </p:embeddedFont>
    <p:embeddedFont>
      <p:font typeface="Montserrat" panose="000005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2" roundtripDataSignature="AMtx7miPJ9aFX+OQDNzTcn2PK1CmCdDrK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332"/>
    <p:restoredTop sz="94762"/>
  </p:normalViewPr>
  <p:slideViewPr>
    <p:cSldViewPr snapToGrid="0">
      <p:cViewPr>
        <p:scale>
          <a:sx n="69" d="100"/>
          <a:sy n="69" d="100"/>
        </p:scale>
        <p:origin x="12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3" Type="http://schemas.openxmlformats.org/officeDocument/2006/relationships/slide" Target="slides/slide1.xml"/><Relationship Id="rId21" Type="http://schemas.openxmlformats.org/officeDocument/2006/relationships/font" Target="fonts/font6.fntdata"/><Relationship Id="rId42" Type="http://customschemas.google.com/relationships/presentationmetadata" Target="meta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46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7.fntdata"/><Relationship Id="rId4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294" y="0"/>
            <a:ext cx="3076363" cy="513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930" y="4925408"/>
            <a:ext cx="567944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1:notes"/>
          <p:cNvSpPr txBox="1">
            <a:spLocks noGrp="1"/>
          </p:cNvSpPr>
          <p:nvPr>
            <p:ph type="body" idx="1"/>
          </p:nvPr>
        </p:nvSpPr>
        <p:spPr>
          <a:xfrm>
            <a:off x="709930" y="4925408"/>
            <a:ext cx="5679440" cy="4029879"/>
          </a:xfrm>
          <a:prstGeom prst="rect">
            <a:avLst/>
          </a:prstGeom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1b6122b027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9" name="Google Shape;519;g31b6122b027_0_9:notes"/>
          <p:cNvSpPr txBox="1">
            <a:spLocks noGrp="1"/>
          </p:cNvSpPr>
          <p:nvPr>
            <p:ph type="body" idx="1"/>
          </p:nvPr>
        </p:nvSpPr>
        <p:spPr>
          <a:xfrm>
            <a:off x="709930" y="4925408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dshdshousdhoi</a:t>
            </a:r>
            <a:endParaRPr/>
          </a:p>
        </p:txBody>
      </p:sp>
      <p:sp>
        <p:nvSpPr>
          <p:cNvPr id="520" name="Google Shape;520;g31b6122b027_0_9:notes"/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>
          <a:extLst>
            <a:ext uri="{FF2B5EF4-FFF2-40B4-BE49-F238E27FC236}">
              <a16:creationId xmlns:a16="http://schemas.microsoft.com/office/drawing/2014/main" id="{46A6B344-DB0A-65D3-2DAD-059EAF0F5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1b6122b027_0_9:notes">
            <a:extLst>
              <a:ext uri="{FF2B5EF4-FFF2-40B4-BE49-F238E27FC236}">
                <a16:creationId xmlns:a16="http://schemas.microsoft.com/office/drawing/2014/main" id="{7B12B98E-A2A8-A9A2-3227-A5FE2BC6B5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9" name="Google Shape;519;g31b6122b027_0_9:notes">
            <a:extLst>
              <a:ext uri="{FF2B5EF4-FFF2-40B4-BE49-F238E27FC236}">
                <a16:creationId xmlns:a16="http://schemas.microsoft.com/office/drawing/2014/main" id="{3621E2E5-A074-44E2-FB5A-E2C2DB6405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930" y="4925408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dshdshousdhoi</a:t>
            </a:r>
            <a:endParaRPr/>
          </a:p>
        </p:txBody>
      </p:sp>
      <p:sp>
        <p:nvSpPr>
          <p:cNvPr id="520" name="Google Shape;520;g31b6122b027_0_9:notes">
            <a:extLst>
              <a:ext uri="{FF2B5EF4-FFF2-40B4-BE49-F238E27FC236}">
                <a16:creationId xmlns:a16="http://schemas.microsoft.com/office/drawing/2014/main" id="{D145B7FA-3E3E-B40C-609E-E4FAA87ECD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258939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>
          <a:extLst>
            <a:ext uri="{FF2B5EF4-FFF2-40B4-BE49-F238E27FC236}">
              <a16:creationId xmlns:a16="http://schemas.microsoft.com/office/drawing/2014/main" id="{A1B66002-C78B-987F-E976-FF965A47E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1b6122b027_0_9:notes">
            <a:extLst>
              <a:ext uri="{FF2B5EF4-FFF2-40B4-BE49-F238E27FC236}">
                <a16:creationId xmlns:a16="http://schemas.microsoft.com/office/drawing/2014/main" id="{5B4D1418-BD16-18DF-64B2-737506CCF0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9" name="Google Shape;519;g31b6122b027_0_9:notes">
            <a:extLst>
              <a:ext uri="{FF2B5EF4-FFF2-40B4-BE49-F238E27FC236}">
                <a16:creationId xmlns:a16="http://schemas.microsoft.com/office/drawing/2014/main" id="{895391C8-0D50-2ED7-EC25-AB8EA547CB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930" y="4925408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dshdshousdhoi</a:t>
            </a:r>
            <a:endParaRPr/>
          </a:p>
        </p:txBody>
      </p:sp>
      <p:sp>
        <p:nvSpPr>
          <p:cNvPr id="520" name="Google Shape;520;g31b6122b027_0_9:notes">
            <a:extLst>
              <a:ext uri="{FF2B5EF4-FFF2-40B4-BE49-F238E27FC236}">
                <a16:creationId xmlns:a16="http://schemas.microsoft.com/office/drawing/2014/main" id="{84EDC7A6-AAC7-238D-924B-0DB893E192B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38864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>
          <a:extLst>
            <a:ext uri="{FF2B5EF4-FFF2-40B4-BE49-F238E27FC236}">
              <a16:creationId xmlns:a16="http://schemas.microsoft.com/office/drawing/2014/main" id="{7FFEDDB3-3126-65C6-90CE-136065E7A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1b6122b027_0_9:notes">
            <a:extLst>
              <a:ext uri="{FF2B5EF4-FFF2-40B4-BE49-F238E27FC236}">
                <a16:creationId xmlns:a16="http://schemas.microsoft.com/office/drawing/2014/main" id="{5224CDAB-CFAB-1358-502D-9BFCA54E1E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9" name="Google Shape;519;g31b6122b027_0_9:notes">
            <a:extLst>
              <a:ext uri="{FF2B5EF4-FFF2-40B4-BE49-F238E27FC236}">
                <a16:creationId xmlns:a16="http://schemas.microsoft.com/office/drawing/2014/main" id="{6570D40C-BECF-76D8-6983-BF91A540F0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930" y="4925408"/>
            <a:ext cx="5679300" cy="402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dshdshousdhoi</a:t>
            </a:r>
            <a:endParaRPr/>
          </a:p>
        </p:txBody>
      </p:sp>
      <p:sp>
        <p:nvSpPr>
          <p:cNvPr id="520" name="Google Shape;520;g31b6122b027_0_9:notes">
            <a:extLst>
              <a:ext uri="{FF2B5EF4-FFF2-40B4-BE49-F238E27FC236}">
                <a16:creationId xmlns:a16="http://schemas.microsoft.com/office/drawing/2014/main" id="{839B2D9A-DA5C-2471-E86A-C336435F555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500" cy="51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452324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2" name="Google Shape;532;p2:notes"/>
          <p:cNvSpPr txBox="1">
            <a:spLocks noGrp="1"/>
          </p:cNvSpPr>
          <p:nvPr>
            <p:ph type="body" idx="1"/>
          </p:nvPr>
        </p:nvSpPr>
        <p:spPr>
          <a:xfrm>
            <a:off x="709930" y="4925408"/>
            <a:ext cx="567944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dshdshousdhoi</a:t>
            </a:r>
            <a:endParaRPr/>
          </a:p>
        </p:txBody>
      </p:sp>
      <p:sp>
        <p:nvSpPr>
          <p:cNvPr id="533" name="Google Shape;533;p2:notes"/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>
          <a:extLst>
            <a:ext uri="{FF2B5EF4-FFF2-40B4-BE49-F238E27FC236}">
              <a16:creationId xmlns:a16="http://schemas.microsoft.com/office/drawing/2014/main" id="{876F9BA3-2304-48AD-52E4-47E434DDE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2:notes">
            <a:extLst>
              <a:ext uri="{FF2B5EF4-FFF2-40B4-BE49-F238E27FC236}">
                <a16:creationId xmlns:a16="http://schemas.microsoft.com/office/drawing/2014/main" id="{A7D03A1C-0C6C-A096-2DC8-099767483E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2" name="Google Shape;532;p2:notes">
            <a:extLst>
              <a:ext uri="{FF2B5EF4-FFF2-40B4-BE49-F238E27FC236}">
                <a16:creationId xmlns:a16="http://schemas.microsoft.com/office/drawing/2014/main" id="{D4C53ECB-E750-2E4E-93A6-63EB3DF993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930" y="4925408"/>
            <a:ext cx="567944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33" name="Google Shape;533;p2:notes">
            <a:extLst>
              <a:ext uri="{FF2B5EF4-FFF2-40B4-BE49-F238E27FC236}">
                <a16:creationId xmlns:a16="http://schemas.microsoft.com/office/drawing/2014/main" id="{305616C6-BA06-67EC-C54C-7F60BA13A36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345418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>
          <a:extLst>
            <a:ext uri="{FF2B5EF4-FFF2-40B4-BE49-F238E27FC236}">
              <a16:creationId xmlns:a16="http://schemas.microsoft.com/office/drawing/2014/main" id="{AC757122-7C75-CFE4-B422-66E2665EC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2:notes">
            <a:extLst>
              <a:ext uri="{FF2B5EF4-FFF2-40B4-BE49-F238E27FC236}">
                <a16:creationId xmlns:a16="http://schemas.microsoft.com/office/drawing/2014/main" id="{35DDC522-B107-6961-0888-CFD80BCDDD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2" name="Google Shape;532;p2:notes">
            <a:extLst>
              <a:ext uri="{FF2B5EF4-FFF2-40B4-BE49-F238E27FC236}">
                <a16:creationId xmlns:a16="http://schemas.microsoft.com/office/drawing/2014/main" id="{29C9F6D9-10FF-7D51-1588-138CA994C2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930" y="4925408"/>
            <a:ext cx="567944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dshdshousdhoi</a:t>
            </a:r>
            <a:endParaRPr/>
          </a:p>
        </p:txBody>
      </p:sp>
      <p:sp>
        <p:nvSpPr>
          <p:cNvPr id="533" name="Google Shape;533;p2:notes">
            <a:extLst>
              <a:ext uri="{FF2B5EF4-FFF2-40B4-BE49-F238E27FC236}">
                <a16:creationId xmlns:a16="http://schemas.microsoft.com/office/drawing/2014/main" id="{1D6D626C-79F2-E75C-64AD-906893C80DF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17062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>
          <a:extLst>
            <a:ext uri="{FF2B5EF4-FFF2-40B4-BE49-F238E27FC236}">
              <a16:creationId xmlns:a16="http://schemas.microsoft.com/office/drawing/2014/main" id="{E7615F46-D05F-F99A-3233-B593BCD26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2:notes">
            <a:extLst>
              <a:ext uri="{FF2B5EF4-FFF2-40B4-BE49-F238E27FC236}">
                <a16:creationId xmlns:a16="http://schemas.microsoft.com/office/drawing/2014/main" id="{1BF58FB2-F76B-1950-40D1-8A011DB9D3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2" name="Google Shape;532;p2:notes">
            <a:extLst>
              <a:ext uri="{FF2B5EF4-FFF2-40B4-BE49-F238E27FC236}">
                <a16:creationId xmlns:a16="http://schemas.microsoft.com/office/drawing/2014/main" id="{31EB9D10-F98C-A42E-C8E5-06985934AB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930" y="4925408"/>
            <a:ext cx="5679440" cy="4029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dshdshousdhoi</a:t>
            </a:r>
            <a:endParaRPr/>
          </a:p>
        </p:txBody>
      </p:sp>
      <p:sp>
        <p:nvSpPr>
          <p:cNvPr id="533" name="Google Shape;533;p2:notes">
            <a:extLst>
              <a:ext uri="{FF2B5EF4-FFF2-40B4-BE49-F238E27FC236}">
                <a16:creationId xmlns:a16="http://schemas.microsoft.com/office/drawing/2014/main" id="{7E4D37FE-4B23-854D-A8CB-E1F13F20B31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021294" y="9721107"/>
            <a:ext cx="3076363" cy="513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6650" tIns="48325" rIns="96650" bIns="483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202449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7:notes"/>
          <p:cNvSpPr txBox="1">
            <a:spLocks noGrp="1"/>
          </p:cNvSpPr>
          <p:nvPr>
            <p:ph type="body" idx="1"/>
          </p:nvPr>
        </p:nvSpPr>
        <p:spPr>
          <a:xfrm>
            <a:off x="709930" y="4925408"/>
            <a:ext cx="5679440" cy="4029879"/>
          </a:xfrm>
          <a:prstGeom prst="rect">
            <a:avLst/>
          </a:prstGeom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5" name="Google Shape;645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>
          <a:extLst>
            <a:ext uri="{FF2B5EF4-FFF2-40B4-BE49-F238E27FC236}">
              <a16:creationId xmlns:a16="http://schemas.microsoft.com/office/drawing/2014/main" id="{939CE186-AC9F-8625-F394-B5270BDC4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7:notes">
            <a:extLst>
              <a:ext uri="{FF2B5EF4-FFF2-40B4-BE49-F238E27FC236}">
                <a16:creationId xmlns:a16="http://schemas.microsoft.com/office/drawing/2014/main" id="{E269607F-BA0F-E057-1B1D-1D50A1893F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930" y="4925408"/>
            <a:ext cx="5679440" cy="4029879"/>
          </a:xfrm>
          <a:prstGeom prst="rect">
            <a:avLst/>
          </a:prstGeom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5" name="Google Shape;645;p17:notes">
            <a:extLst>
              <a:ext uri="{FF2B5EF4-FFF2-40B4-BE49-F238E27FC236}">
                <a16:creationId xmlns:a16="http://schemas.microsoft.com/office/drawing/2014/main" id="{1FE98525-22FE-4E17-EC37-863587EEEE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44584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g31b6122b027_0_1:notes"/>
          <p:cNvSpPr txBox="1">
            <a:spLocks noGrp="1"/>
          </p:cNvSpPr>
          <p:nvPr>
            <p:ph type="body" idx="1"/>
          </p:nvPr>
        </p:nvSpPr>
        <p:spPr>
          <a:xfrm>
            <a:off x="709930" y="4925408"/>
            <a:ext cx="5679300" cy="4029900"/>
          </a:xfrm>
          <a:prstGeom prst="rect">
            <a:avLst/>
          </a:prstGeom>
        </p:spPr>
        <p:txBody>
          <a:bodyPr spcFirstLastPara="1" wrap="square" lIns="96650" tIns="48325" rIns="96650" bIns="483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8" name="Google Shape;738;g31b6122b02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0"/>
          <p:cNvSpPr txBox="1">
            <a:spLocks noGrp="1"/>
          </p:cNvSpPr>
          <p:nvPr>
            <p:ph type="title"/>
          </p:nvPr>
        </p:nvSpPr>
        <p:spPr>
          <a:xfrm>
            <a:off x="838200" y="2933698"/>
            <a:ext cx="10515600" cy="8101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Montserrat"/>
              <a:buNone/>
              <a:defRPr sz="6000">
                <a:solidFill>
                  <a:schemeClr val="accent6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0" name="Google Shape;20;p30"/>
          <p:cNvSpPr txBox="1">
            <a:spLocks noGrp="1"/>
          </p:cNvSpPr>
          <p:nvPr>
            <p:ph type="body" idx="1"/>
          </p:nvPr>
        </p:nvSpPr>
        <p:spPr>
          <a:xfrm>
            <a:off x="838200" y="3924301"/>
            <a:ext cx="10515600" cy="800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91425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3F3B38"/>
              </a:buClr>
              <a:buSzPts val="3200"/>
              <a:buNone/>
              <a:defRPr sz="3200">
                <a:solidFill>
                  <a:srgbClr val="3F3B38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21" name="Google Shape;21;p30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2" name="Google Shape;22;p30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lang="en-US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3" name="Google Shape;23;p30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accent6">
                    <a:lumMod val="50000"/>
                  </a:schemeClr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4" name="Google Shape;24;p30"/>
          <p:cNvSpPr/>
          <p:nvPr/>
        </p:nvSpPr>
        <p:spPr>
          <a:xfrm rot="10800000" flipH="1">
            <a:off x="380999" y="335277"/>
            <a:ext cx="10039351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5" name="Google Shape;25;p30"/>
          <p:cNvSpPr/>
          <p:nvPr/>
        </p:nvSpPr>
        <p:spPr>
          <a:xfrm rot="10800000" flipH="1">
            <a:off x="380999" y="6477000"/>
            <a:ext cx="11430000" cy="45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6" name="Google Shape;26;p30"/>
          <p:cNvSpPr txBox="1"/>
          <p:nvPr/>
        </p:nvSpPr>
        <p:spPr>
          <a:xfrm>
            <a:off x="10541966" y="276981"/>
            <a:ext cx="1269033" cy="646331"/>
          </a:xfrm>
          <a:prstGeom prst="rect">
            <a:avLst/>
          </a:prstGeom>
          <a:solidFill>
            <a:srgbClr val="3F3B38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APAT</a:t>
            </a:r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40">
          <p15:clr>
            <a:srgbClr val="FBAE40"/>
          </p15:clr>
        </p15:guide>
        <p15:guide id="2" orient="horz" pos="2976">
          <p15:clr>
            <a:srgbClr val="FBAE40"/>
          </p15:clr>
        </p15:guide>
        <p15:guide id="3" pos="7152">
          <p15:clr>
            <a:srgbClr val="FBAE40"/>
          </p15:clr>
        </p15:guide>
        <p15:guide id="4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1"/>
          <p:cNvSpPr txBox="1">
            <a:spLocks noGrp="1"/>
          </p:cNvSpPr>
          <p:nvPr>
            <p:ph type="body" idx="1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accent6">
                    <a:lumMod val="50000"/>
                  </a:schemeClr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38" name="Google Shape;38;p31"/>
          <p:cNvSpPr txBox="1">
            <a:spLocks noGrp="1"/>
          </p:cNvSpPr>
          <p:nvPr>
            <p:ph type="body" idx="2"/>
          </p:nvPr>
        </p:nvSpPr>
        <p:spPr>
          <a:xfrm>
            <a:off x="381000" y="1447801"/>
            <a:ext cx="11429999" cy="4952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68300" algn="l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>
                <a:srgbClr val="5F5955"/>
              </a:buClr>
              <a:buSzPts val="2200"/>
              <a:buChar char="▪"/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marL="914400" lvl="1" indent="-3556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302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/>
            </a:lvl4pPr>
            <a:lvl5pPr marL="2286000" lvl="4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4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39" name="Google Shape;39;p31"/>
          <p:cNvSpPr txBox="1">
            <a:spLocks noGrp="1"/>
          </p:cNvSpPr>
          <p:nvPr>
            <p:ph type="title"/>
          </p:nvPr>
        </p:nvSpPr>
        <p:spPr>
          <a:xfrm>
            <a:off x="381000" y="678180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 sz="3600">
                <a:solidFill>
                  <a:schemeClr val="accent6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0" name="Google Shape;40;p31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41" name="Google Shape;41;p31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1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32"/>
          <p:cNvSpPr txBox="1">
            <a:spLocks noGrp="1"/>
          </p:cNvSpPr>
          <p:nvPr>
            <p:ph type="ctrTitle"/>
          </p:nvPr>
        </p:nvSpPr>
        <p:spPr>
          <a:xfrm>
            <a:off x="4152716" y="1351131"/>
            <a:ext cx="7683585" cy="11556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32"/>
          <p:cNvSpPr txBox="1">
            <a:spLocks noGrp="1"/>
          </p:cNvSpPr>
          <p:nvPr>
            <p:ph type="subTitle" idx="1"/>
          </p:nvPr>
        </p:nvSpPr>
        <p:spPr>
          <a:xfrm>
            <a:off x="4152716" y="2661786"/>
            <a:ext cx="7683585" cy="8869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7F7F7F"/>
              </a:buClr>
              <a:buSzPts val="2800"/>
              <a:buNone/>
              <a:defRPr sz="2800" i="0">
                <a:solidFill>
                  <a:srgbClr val="7F7F7F"/>
                </a:solidFill>
              </a:defRPr>
            </a:lvl1pPr>
            <a:lvl2pPr lvl="1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6" name="Google Shape;46;p32"/>
          <p:cNvSpPr txBox="1">
            <a:spLocks noGrp="1"/>
          </p:cNvSpPr>
          <p:nvPr>
            <p:ph type="body" idx="2"/>
          </p:nvPr>
        </p:nvSpPr>
        <p:spPr>
          <a:xfrm>
            <a:off x="4174392" y="3840579"/>
            <a:ext cx="7661909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3F3B38"/>
              </a:buClr>
              <a:buSzPts val="2400"/>
              <a:buNone/>
              <a:defRPr sz="2400" i="0" cap="none">
                <a:solidFill>
                  <a:srgbClr val="3F3B38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" name="Google Shape;47;p32"/>
          <p:cNvSpPr txBox="1">
            <a:spLocks noGrp="1"/>
          </p:cNvSpPr>
          <p:nvPr>
            <p:ph type="body" idx="3"/>
          </p:nvPr>
        </p:nvSpPr>
        <p:spPr>
          <a:xfrm>
            <a:off x="4163553" y="4320150"/>
            <a:ext cx="7661909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3F3B38"/>
              </a:buClr>
              <a:buSzPts val="2000"/>
              <a:buNone/>
              <a:defRPr sz="2000" b="0" i="0" cap="none">
                <a:solidFill>
                  <a:srgbClr val="3F3B38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48" name="Google Shape;48;p32"/>
          <p:cNvPicPr preferRelativeResize="0"/>
          <p:nvPr/>
        </p:nvPicPr>
        <p:blipFill rotWithShape="1">
          <a:blip>
            <a:alphaModFix/>
          </a:blip>
          <a:srcRect/>
          <a:stretch/>
        </p:blipFill>
        <p:spPr>
          <a:xfrm>
            <a:off x="202929" y="367131"/>
            <a:ext cx="3208025" cy="8590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" name="Google Shape;49;p32"/>
          <p:cNvGrpSpPr/>
          <p:nvPr/>
        </p:nvGrpSpPr>
        <p:grpSpPr>
          <a:xfrm>
            <a:off x="289520" y="1366079"/>
            <a:ext cx="3696421" cy="1113847"/>
            <a:chOff x="8495579" y="292100"/>
            <a:chExt cx="3696421" cy="1113847"/>
          </a:xfrm>
        </p:grpSpPr>
        <p:sp>
          <p:nvSpPr>
            <p:cNvPr id="50" name="Google Shape;50;p32"/>
            <p:cNvSpPr txBox="1"/>
            <p:nvPr/>
          </p:nvSpPr>
          <p:spPr>
            <a:xfrm>
              <a:off x="8495579" y="335881"/>
              <a:ext cx="2064471" cy="1015663"/>
            </a:xfrm>
            <a:prstGeom prst="rect">
              <a:avLst/>
            </a:prstGeom>
            <a:solidFill>
              <a:srgbClr val="3F3B38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0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APAT</a:t>
              </a:r>
              <a:endParaRPr/>
            </a:p>
          </p:txBody>
        </p:sp>
        <p:sp>
          <p:nvSpPr>
            <p:cNvPr id="51" name="Google Shape;51;p32"/>
            <p:cNvSpPr txBox="1"/>
            <p:nvPr/>
          </p:nvSpPr>
          <p:spPr>
            <a:xfrm>
              <a:off x="10636250" y="1098170"/>
              <a:ext cx="1272681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3F3B38"/>
                  </a:solidFill>
                  <a:latin typeface="Arial"/>
                  <a:ea typeface="Arial"/>
                  <a:cs typeface="Arial"/>
                  <a:sym typeface="Arial"/>
                </a:rPr>
                <a:t>Team</a:t>
              </a:r>
              <a:endParaRPr/>
            </a:p>
          </p:txBody>
        </p:sp>
        <p:sp>
          <p:nvSpPr>
            <p:cNvPr id="52" name="Google Shape;52;p32"/>
            <p:cNvSpPr txBox="1"/>
            <p:nvPr/>
          </p:nvSpPr>
          <p:spPr>
            <a:xfrm>
              <a:off x="10636250" y="292100"/>
              <a:ext cx="93345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3F3B38"/>
                  </a:solidFill>
                  <a:latin typeface="Arial"/>
                  <a:ea typeface="Arial"/>
                  <a:cs typeface="Arial"/>
                  <a:sym typeface="Arial"/>
                </a:rPr>
                <a:t>Arabic</a:t>
              </a:r>
              <a:endParaRPr/>
            </a:p>
          </p:txBody>
        </p:sp>
        <p:sp>
          <p:nvSpPr>
            <p:cNvPr id="53" name="Google Shape;53;p32"/>
            <p:cNvSpPr txBox="1"/>
            <p:nvPr/>
          </p:nvSpPr>
          <p:spPr>
            <a:xfrm>
              <a:off x="10636250" y="560790"/>
              <a:ext cx="155575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3F3B38"/>
                  </a:solidFill>
                  <a:latin typeface="Arial"/>
                  <a:ea typeface="Arial"/>
                  <a:cs typeface="Arial"/>
                  <a:sym typeface="Arial"/>
                </a:rPr>
                <a:t>Propaganda</a:t>
              </a:r>
              <a:endParaRPr/>
            </a:p>
          </p:txBody>
        </p:sp>
        <p:sp>
          <p:nvSpPr>
            <p:cNvPr id="54" name="Google Shape;54;p32"/>
            <p:cNvSpPr txBox="1"/>
            <p:nvPr/>
          </p:nvSpPr>
          <p:spPr>
            <a:xfrm>
              <a:off x="10636250" y="829480"/>
              <a:ext cx="113665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>
                  <a:solidFill>
                    <a:srgbClr val="3F3B38"/>
                  </a:solidFill>
                  <a:latin typeface="Arial"/>
                  <a:ea typeface="Arial"/>
                  <a:cs typeface="Arial"/>
                  <a:sym typeface="Arial"/>
                </a:rPr>
                <a:t>Analysis</a:t>
              </a:r>
              <a:endParaRPr/>
            </a:p>
          </p:txBody>
        </p:sp>
      </p:grpSp>
      <p:sp>
        <p:nvSpPr>
          <p:cNvPr id="55" name="Google Shape;55;p32"/>
          <p:cNvSpPr txBox="1">
            <a:spLocks noGrp="1"/>
          </p:cNvSpPr>
          <p:nvPr>
            <p:ph type="body" idx="4"/>
          </p:nvPr>
        </p:nvSpPr>
        <p:spPr>
          <a:xfrm>
            <a:off x="4174392" y="4919004"/>
            <a:ext cx="7661909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3F3B38"/>
              </a:buClr>
              <a:buSzPts val="2000"/>
              <a:buNone/>
              <a:defRPr sz="2000" b="0" i="0" cap="none">
                <a:solidFill>
                  <a:srgbClr val="3F3B38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56" name="Google Shape;56;p32"/>
          <p:cNvPicPr preferRelativeResize="0"/>
          <p:nvPr/>
        </p:nvPicPr>
        <p:blipFill rotWithShape="1">
          <a:blip>
            <a:alphaModFix/>
          </a:blip>
          <a:srcRect/>
          <a:stretch/>
        </p:blipFill>
        <p:spPr>
          <a:xfrm>
            <a:off x="325666" y="5601769"/>
            <a:ext cx="612275" cy="774437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32"/>
          <p:cNvSpPr txBox="1"/>
          <p:nvPr/>
        </p:nvSpPr>
        <p:spPr>
          <a:xfrm>
            <a:off x="937941" y="5510186"/>
            <a:ext cx="3138575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F7F7F"/>
                </a:solidFill>
                <a:latin typeface="Montserrat"/>
                <a:ea typeface="Montserrat"/>
                <a:cs typeface="Montserrat"/>
                <a:sym typeface="Montserrat"/>
              </a:rPr>
              <a:t>The University of Chicago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1">
                <a:solidFill>
                  <a:srgbClr val="7F7F7F"/>
                </a:solidFill>
                <a:latin typeface="Montserrat"/>
                <a:ea typeface="Montserrat"/>
                <a:cs typeface="Montserrat"/>
                <a:sym typeface="Montserrat"/>
              </a:rPr>
              <a:t>Department of Political Science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100"/>
              <a:buFont typeface="Montserrat"/>
              <a:buNone/>
            </a:pPr>
            <a:r>
              <a:rPr lang="en-US" sz="1100" b="0">
                <a:solidFill>
                  <a:srgbClr val="7F7F7F"/>
                </a:solidFill>
                <a:latin typeface="Montserrat"/>
                <a:ea typeface="Montserrat"/>
                <a:cs typeface="Montserrat"/>
                <a:sym typeface="Montserrat"/>
              </a:rPr>
              <a:t>5828 S University Ave Suite 418,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100"/>
              <a:buFont typeface="Montserrat"/>
              <a:buNone/>
            </a:pPr>
            <a:r>
              <a:rPr lang="en-US" sz="1100" b="0">
                <a:solidFill>
                  <a:srgbClr val="7F7F7F"/>
                </a:solidFill>
                <a:latin typeface="Montserrat"/>
                <a:ea typeface="Montserrat"/>
                <a:cs typeface="Montserrat"/>
                <a:sym typeface="Montserrat"/>
              </a:rPr>
              <a:t>Chicago, IL 60637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100"/>
              <a:buFont typeface="Montserrat"/>
              <a:buNone/>
            </a:pPr>
            <a:r>
              <a:rPr lang="en-US" sz="1100" b="0">
                <a:solidFill>
                  <a:srgbClr val="7F7F7F"/>
                </a:solidFill>
                <a:latin typeface="Montserrat"/>
                <a:ea typeface="Montserrat"/>
                <a:cs typeface="Montserrat"/>
                <a:sym typeface="Montserrat"/>
              </a:rPr>
              <a:t>🖂 cpost@uchicago.eu</a:t>
            </a:r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4">
          <p15:clr>
            <a:srgbClr val="FBAE40"/>
          </p15:clr>
        </p15:guide>
        <p15:guide id="2" orient="horz" pos="1704">
          <p15:clr>
            <a:srgbClr val="FBAE40"/>
          </p15:clr>
        </p15:guide>
        <p15:guide id="3" orient="horz" pos="3624">
          <p15:clr>
            <a:srgbClr val="FBAE40"/>
          </p15:clr>
        </p15:guide>
        <p15:guide id="4" orient="horz" pos="1632">
          <p15:clr>
            <a:srgbClr val="FBAE40"/>
          </p15:clr>
        </p15:guide>
        <p15:guide id="5" orient="horz" pos="2040">
          <p15:clr>
            <a:srgbClr val="FBAE40"/>
          </p15:clr>
        </p15:guide>
        <p15:guide id="6" orient="horz" pos="2400">
          <p15:clr>
            <a:srgbClr val="FBAE40"/>
          </p15:clr>
        </p15:guide>
        <p15:guide id="7" orient="horz" pos="3072">
          <p15:clr>
            <a:srgbClr val="FBAE40"/>
          </p15:clr>
        </p15:guide>
        <p15:guide id="8" pos="3840">
          <p15:clr>
            <a:srgbClr val="FBAE40"/>
          </p15:clr>
        </p15:guide>
        <p15:guide id="9" orient="horz" pos="1176">
          <p15:clr>
            <a:srgbClr val="FBAE40"/>
          </p15:clr>
        </p15:guide>
        <p15:guide id="10" orient="horz" pos="2784">
          <p15:clr>
            <a:srgbClr val="FBAE40"/>
          </p15:clr>
        </p15:guide>
        <p15:guide id="11" orient="horz" pos="2808">
          <p15:clr>
            <a:srgbClr val="FBAE40"/>
          </p15:clr>
        </p15:guide>
        <p15:guide id="12" orient="horz" pos="3720">
          <p15:clr>
            <a:srgbClr val="FBAE40"/>
          </p15:clr>
        </p15:guide>
        <p15:guide id="13" pos="1092">
          <p15:clr>
            <a:srgbClr val="FBAE40"/>
          </p15:clr>
        </p15:guide>
        <p15:guide id="14" orient="horz" pos="3996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dk2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3"/>
          <p:cNvSpPr txBox="1">
            <a:spLocks noGrp="1"/>
          </p:cNvSpPr>
          <p:nvPr>
            <p:ph type="title"/>
          </p:nvPr>
        </p:nvSpPr>
        <p:spPr>
          <a:xfrm>
            <a:off x="838200" y="2286000"/>
            <a:ext cx="10515600" cy="16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Montserrat"/>
              <a:buNone/>
              <a:defRPr sz="60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3"/>
          <p:cNvSpPr txBox="1">
            <a:spLocks noGrp="1"/>
          </p:cNvSpPr>
          <p:nvPr>
            <p:ph type="body" idx="1"/>
          </p:nvPr>
        </p:nvSpPr>
        <p:spPr>
          <a:xfrm>
            <a:off x="838200" y="3924301"/>
            <a:ext cx="10515600" cy="800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91425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33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33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3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4" name="Google Shape;64;p33"/>
          <p:cNvSpPr/>
          <p:nvPr/>
        </p:nvSpPr>
        <p:spPr>
          <a:xfrm rot="10800000" flipH="1">
            <a:off x="381000" y="6477000"/>
            <a:ext cx="11430000" cy="457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5" name="Google Shape;65;p33"/>
          <p:cNvSpPr/>
          <p:nvPr/>
        </p:nvSpPr>
        <p:spPr>
          <a:xfrm rot="10800000" flipH="1">
            <a:off x="380999" y="335277"/>
            <a:ext cx="10039351" cy="45719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6" name="Google Shape;66;p33"/>
          <p:cNvSpPr/>
          <p:nvPr/>
        </p:nvSpPr>
        <p:spPr>
          <a:xfrm rot="10800000" flipH="1">
            <a:off x="380999" y="6477000"/>
            <a:ext cx="11430000" cy="457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7" name="Google Shape;67;p33"/>
          <p:cNvSpPr txBox="1"/>
          <p:nvPr/>
        </p:nvSpPr>
        <p:spPr>
          <a:xfrm>
            <a:off x="10541966" y="276981"/>
            <a:ext cx="1269033" cy="646331"/>
          </a:xfrm>
          <a:prstGeom prst="rect">
            <a:avLst/>
          </a:prstGeom>
          <a:solidFill>
            <a:srgbClr val="3F3B38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APAT</a:t>
            </a:r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40">
          <p15:clr>
            <a:srgbClr val="FBAE40"/>
          </p15:clr>
        </p15:guide>
        <p15:guide id="2" orient="horz" pos="2976">
          <p15:clr>
            <a:srgbClr val="FBAE40"/>
          </p15:clr>
        </p15:guide>
        <p15:guide id="3" pos="7152">
          <p15:clr>
            <a:srgbClr val="FBAE40"/>
          </p15:clr>
        </p15:guide>
        <p15:guide id="4" pos="52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Section Header">
  <p:cSld name="1_Section Header">
    <p:bg>
      <p:bgPr>
        <a:solidFill>
          <a:schemeClr val="lt1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9"/>
          <p:cNvSpPr txBox="1">
            <a:spLocks noGrp="1"/>
          </p:cNvSpPr>
          <p:nvPr>
            <p:ph type="title"/>
          </p:nvPr>
        </p:nvSpPr>
        <p:spPr>
          <a:xfrm>
            <a:off x="838200" y="2933698"/>
            <a:ext cx="10515600" cy="8101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Font typeface="Montserrat"/>
              <a:buNone/>
              <a:defRPr sz="6000"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9"/>
          <p:cNvSpPr txBox="1">
            <a:spLocks noGrp="1"/>
          </p:cNvSpPr>
          <p:nvPr>
            <p:ph type="body" idx="1"/>
          </p:nvPr>
        </p:nvSpPr>
        <p:spPr>
          <a:xfrm>
            <a:off x="838200" y="3924301"/>
            <a:ext cx="10515600" cy="800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91425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3F3B38"/>
              </a:buClr>
              <a:buSzPts val="3200"/>
              <a:buNone/>
              <a:defRPr sz="3200">
                <a:solidFill>
                  <a:srgbClr val="3F3B38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29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9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2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9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4" name="Google Shape;74;p29"/>
          <p:cNvSpPr/>
          <p:nvPr/>
        </p:nvSpPr>
        <p:spPr>
          <a:xfrm rot="10800000" flipH="1">
            <a:off x="380999" y="335277"/>
            <a:ext cx="10039351" cy="4571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5" name="Google Shape;75;p29"/>
          <p:cNvSpPr/>
          <p:nvPr/>
        </p:nvSpPr>
        <p:spPr>
          <a:xfrm rot="10800000" flipH="1">
            <a:off x="380999" y="6477000"/>
            <a:ext cx="11430000" cy="4572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6" name="Google Shape;76;p29"/>
          <p:cNvSpPr txBox="1"/>
          <p:nvPr/>
        </p:nvSpPr>
        <p:spPr>
          <a:xfrm>
            <a:off x="10541966" y="276981"/>
            <a:ext cx="1269033" cy="646331"/>
          </a:xfrm>
          <a:prstGeom prst="rect">
            <a:avLst/>
          </a:prstGeom>
          <a:solidFill>
            <a:srgbClr val="3F3B38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APAT</a:t>
            </a:r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440">
          <p15:clr>
            <a:srgbClr val="FBAE40"/>
          </p15:clr>
        </p15:guide>
        <p15:guide id="2" orient="horz" pos="2976">
          <p15:clr>
            <a:srgbClr val="FBAE40"/>
          </p15:clr>
        </p15:guide>
        <p15:guide id="3" pos="7152">
          <p15:clr>
            <a:srgbClr val="FBAE40"/>
          </p15:clr>
        </p15:guide>
        <p15:guide id="4" pos="52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with Sources">
  <p:cSld name="Title and Content with Sources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4"/>
          <p:cNvSpPr txBox="1">
            <a:spLocks noGrp="1"/>
          </p:cNvSpPr>
          <p:nvPr>
            <p:ph type="body" idx="1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accent6">
                    <a:lumMod val="50000"/>
                  </a:schemeClr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79" name="Google Shape;79;p34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 cap="none">
                <a:solidFill>
                  <a:schemeClr val="accent6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0" name="Google Shape;80;p34"/>
          <p:cNvSpPr txBox="1">
            <a:spLocks noGrp="1"/>
          </p:cNvSpPr>
          <p:nvPr>
            <p:ph type="body" idx="2"/>
          </p:nvPr>
        </p:nvSpPr>
        <p:spPr>
          <a:xfrm>
            <a:off x="381000" y="1447801"/>
            <a:ext cx="11429999" cy="4533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1" name="Google Shape;81;p34"/>
          <p:cNvSpPr txBox="1">
            <a:spLocks noGrp="1"/>
          </p:cNvSpPr>
          <p:nvPr>
            <p:ph type="body" idx="3"/>
          </p:nvPr>
        </p:nvSpPr>
        <p:spPr>
          <a:xfrm>
            <a:off x="381001" y="6057900"/>
            <a:ext cx="1142999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5955"/>
              </a:buClr>
              <a:buSzPts val="1050"/>
              <a:buFont typeface="Noto Sans Symbols"/>
              <a:buNone/>
              <a:defRPr sz="1050" b="0" i="0">
                <a:solidFill>
                  <a:srgbClr val="5F59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 b="0" i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1050"/>
              <a:buNone/>
              <a:defRPr sz="1050" b="0" i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1"/>
            </a:lvl4pPr>
            <a:lvl5pPr marL="2286000" lvl="4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900"/>
              <a:buChar char="▪"/>
              <a:defRPr sz="9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4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4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4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16">
          <p15:clr>
            <a:srgbClr val="FBAE40"/>
          </p15:clr>
        </p15:guide>
        <p15:guide id="2" orient="horz" pos="376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wo Content">
  <p:cSld name="1_Two Conten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35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87" name="Google Shape;87;p35"/>
          <p:cNvSpPr txBox="1">
            <a:spLocks noGrp="1"/>
          </p:cNvSpPr>
          <p:nvPr>
            <p:ph type="body" idx="1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accent6">
                    <a:lumMod val="50000"/>
                  </a:schemeClr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88" name="Google Shape;88;p35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35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35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1" name="Google Shape;91;p35"/>
          <p:cNvSpPr txBox="1">
            <a:spLocks noGrp="1"/>
          </p:cNvSpPr>
          <p:nvPr>
            <p:ph type="body" idx="2"/>
          </p:nvPr>
        </p:nvSpPr>
        <p:spPr>
          <a:xfrm>
            <a:off x="381001" y="2684477"/>
            <a:ext cx="5638800" cy="3716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2" name="Google Shape;92;p35"/>
          <p:cNvSpPr txBox="1">
            <a:spLocks noGrp="1"/>
          </p:cNvSpPr>
          <p:nvPr>
            <p:ph type="body" idx="3"/>
          </p:nvPr>
        </p:nvSpPr>
        <p:spPr>
          <a:xfrm>
            <a:off x="6172200" y="2684477"/>
            <a:ext cx="5638798" cy="3716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35"/>
          <p:cNvSpPr txBox="1">
            <a:spLocks noGrp="1"/>
          </p:cNvSpPr>
          <p:nvPr>
            <p:ph type="body" idx="4"/>
          </p:nvPr>
        </p:nvSpPr>
        <p:spPr>
          <a:xfrm>
            <a:off x="381000" y="1497537"/>
            <a:ext cx="11430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400"/>
              <a:buNone/>
              <a:defRPr sz="1400">
                <a:solidFill>
                  <a:schemeClr val="accent6">
                    <a:lumMod val="50000"/>
                  </a:schemeClr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6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6" name="Google Shape;96;p36"/>
          <p:cNvSpPr txBox="1">
            <a:spLocks noGrp="1"/>
          </p:cNvSpPr>
          <p:nvPr>
            <p:ph type="body" idx="1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accent6">
                    <a:lumMod val="50000"/>
                  </a:schemeClr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97" name="Google Shape;97;p36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36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36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0" name="Google Shape;100;p36"/>
          <p:cNvSpPr txBox="1">
            <a:spLocks noGrp="1"/>
          </p:cNvSpPr>
          <p:nvPr>
            <p:ph type="body" idx="2"/>
          </p:nvPr>
        </p:nvSpPr>
        <p:spPr>
          <a:xfrm>
            <a:off x="381001" y="1447801"/>
            <a:ext cx="5638800" cy="4952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1" name="Google Shape;101;p36"/>
          <p:cNvSpPr txBox="1">
            <a:spLocks noGrp="1"/>
          </p:cNvSpPr>
          <p:nvPr>
            <p:ph type="body" idx="3"/>
          </p:nvPr>
        </p:nvSpPr>
        <p:spPr>
          <a:xfrm>
            <a:off x="6172200" y="1447801"/>
            <a:ext cx="5638798" cy="4952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wo Content">
  <p:cSld name="1_Two Content 2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7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04" name="Google Shape;104;p37"/>
          <p:cNvSpPr txBox="1">
            <a:spLocks noGrp="1"/>
          </p:cNvSpPr>
          <p:nvPr>
            <p:ph type="body" idx="1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accent6">
                    <a:lumMod val="50000"/>
                  </a:schemeClr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05" name="Google Shape;105;p37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37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37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8" name="Google Shape;108;p37"/>
          <p:cNvSpPr txBox="1">
            <a:spLocks noGrp="1"/>
          </p:cNvSpPr>
          <p:nvPr>
            <p:ph type="body" idx="2"/>
          </p:nvPr>
        </p:nvSpPr>
        <p:spPr>
          <a:xfrm>
            <a:off x="381001" y="2684477"/>
            <a:ext cx="5638800" cy="3716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09" name="Google Shape;109;p37"/>
          <p:cNvSpPr txBox="1">
            <a:spLocks noGrp="1"/>
          </p:cNvSpPr>
          <p:nvPr>
            <p:ph type="body" idx="3"/>
          </p:nvPr>
        </p:nvSpPr>
        <p:spPr>
          <a:xfrm>
            <a:off x="6172200" y="2684477"/>
            <a:ext cx="5638798" cy="3716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0" name="Google Shape;110;p37"/>
          <p:cNvSpPr txBox="1">
            <a:spLocks noGrp="1"/>
          </p:cNvSpPr>
          <p:nvPr>
            <p:ph type="body" idx="4"/>
          </p:nvPr>
        </p:nvSpPr>
        <p:spPr>
          <a:xfrm>
            <a:off x="381000" y="1497537"/>
            <a:ext cx="114300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400"/>
              <a:buNone/>
              <a:defRPr sz="14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 with Sources">
  <p:cSld name="Two Content with Sources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8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13" name="Google Shape;113;p38"/>
          <p:cNvSpPr txBox="1">
            <a:spLocks noGrp="1"/>
          </p:cNvSpPr>
          <p:nvPr>
            <p:ph type="body" idx="1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accent6">
                    <a:lumMod val="50000"/>
                  </a:schemeClr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114" name="Google Shape;114;p38"/>
          <p:cNvSpPr txBox="1">
            <a:spLocks noGrp="1"/>
          </p:cNvSpPr>
          <p:nvPr>
            <p:ph type="body" idx="2"/>
          </p:nvPr>
        </p:nvSpPr>
        <p:spPr>
          <a:xfrm>
            <a:off x="381001" y="1447800"/>
            <a:ext cx="5638799" cy="45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5" name="Google Shape;115;p38"/>
          <p:cNvSpPr txBox="1">
            <a:spLocks noGrp="1"/>
          </p:cNvSpPr>
          <p:nvPr>
            <p:ph type="body" idx="3"/>
          </p:nvPr>
        </p:nvSpPr>
        <p:spPr>
          <a:xfrm>
            <a:off x="6172200" y="1447800"/>
            <a:ext cx="5638800" cy="453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6" name="Google Shape;116;p38"/>
          <p:cNvSpPr txBox="1">
            <a:spLocks noGrp="1"/>
          </p:cNvSpPr>
          <p:nvPr>
            <p:ph type="body" idx="4"/>
          </p:nvPr>
        </p:nvSpPr>
        <p:spPr>
          <a:xfrm>
            <a:off x="381001" y="6057900"/>
            <a:ext cx="563879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5955"/>
              </a:buClr>
              <a:buSzPts val="1050"/>
              <a:buFont typeface="Noto Sans Symbols"/>
              <a:buNone/>
              <a:defRPr sz="1050" b="0" i="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 b="0" i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1050"/>
              <a:buNone/>
              <a:defRPr sz="1050" b="0" i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1"/>
            </a:lvl4pPr>
            <a:lvl5pPr marL="2286000" lvl="4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900"/>
              <a:buChar char="▪"/>
              <a:defRPr sz="9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7" name="Google Shape;117;p38"/>
          <p:cNvSpPr txBox="1">
            <a:spLocks noGrp="1"/>
          </p:cNvSpPr>
          <p:nvPr>
            <p:ph type="body" idx="5"/>
          </p:nvPr>
        </p:nvSpPr>
        <p:spPr>
          <a:xfrm>
            <a:off x="6172200" y="6057900"/>
            <a:ext cx="563879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5955"/>
              </a:buClr>
              <a:buSzPts val="1050"/>
              <a:buFont typeface="Noto Sans Symbols"/>
              <a:buNone/>
              <a:defRPr sz="1050" b="0" i="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 b="0" i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1050"/>
              <a:buNone/>
              <a:defRPr sz="1050" b="0" i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1"/>
            </a:lvl4pPr>
            <a:lvl5pPr marL="2286000" lvl="4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900"/>
              <a:buChar char="▪"/>
              <a:defRPr sz="9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38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38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38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16">
          <p15:clr>
            <a:srgbClr val="FBAE40"/>
          </p15:clr>
        </p15:guide>
        <p15:guide id="2" orient="horz" pos="3768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9"/>
          <p:cNvSpPr txBox="1">
            <a:spLocks noGrp="1"/>
          </p:cNvSpPr>
          <p:nvPr>
            <p:ph type="body" idx="1"/>
          </p:nvPr>
        </p:nvSpPr>
        <p:spPr>
          <a:xfrm>
            <a:off x="381000" y="1447800"/>
            <a:ext cx="563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accent3"/>
              </a:buClr>
              <a:buSzPts val="2200"/>
              <a:buNone/>
              <a:defRPr sz="2200" b="1">
                <a:solidFill>
                  <a:schemeClr val="accent3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3" name="Google Shape;123;p39"/>
          <p:cNvSpPr txBox="1">
            <a:spLocks noGrp="1"/>
          </p:cNvSpPr>
          <p:nvPr>
            <p:ph type="body" idx="2"/>
          </p:nvPr>
        </p:nvSpPr>
        <p:spPr>
          <a:xfrm>
            <a:off x="381000" y="2133600"/>
            <a:ext cx="5638800" cy="4267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4" name="Google Shape;124;p39"/>
          <p:cNvSpPr txBox="1">
            <a:spLocks noGrp="1"/>
          </p:cNvSpPr>
          <p:nvPr>
            <p:ph type="body" idx="3"/>
          </p:nvPr>
        </p:nvSpPr>
        <p:spPr>
          <a:xfrm>
            <a:off x="6172200" y="1447801"/>
            <a:ext cx="5638800" cy="685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accent3"/>
              </a:buClr>
              <a:buSzPts val="2200"/>
              <a:buNone/>
              <a:defRPr sz="2200" b="1">
                <a:solidFill>
                  <a:schemeClr val="accent3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5" name="Google Shape;125;p39"/>
          <p:cNvSpPr txBox="1">
            <a:spLocks noGrp="1"/>
          </p:cNvSpPr>
          <p:nvPr>
            <p:ph type="body" idx="4"/>
          </p:nvPr>
        </p:nvSpPr>
        <p:spPr>
          <a:xfrm>
            <a:off x="6172200" y="2133600"/>
            <a:ext cx="5638799" cy="4267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39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39"/>
          <p:cNvSpPr txBox="1">
            <a:spLocks noGrp="1"/>
          </p:cNvSpPr>
          <p:nvPr>
            <p:ph type="body" idx="5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8" name="Google Shape;128;p39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39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39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omparison">
  <p:cSld name="2_Comparis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0"/>
          <p:cNvSpPr txBox="1">
            <a:spLocks noGrp="1"/>
          </p:cNvSpPr>
          <p:nvPr>
            <p:ph type="body" idx="1"/>
          </p:nvPr>
        </p:nvSpPr>
        <p:spPr>
          <a:xfrm>
            <a:off x="381000" y="1447800"/>
            <a:ext cx="5638800" cy="381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33" name="Google Shape;133;p40"/>
          <p:cNvSpPr txBox="1">
            <a:spLocks noGrp="1"/>
          </p:cNvSpPr>
          <p:nvPr>
            <p:ph type="body" idx="2"/>
          </p:nvPr>
        </p:nvSpPr>
        <p:spPr>
          <a:xfrm>
            <a:off x="381000" y="1943100"/>
            <a:ext cx="5638800" cy="4457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4" name="Google Shape;134;p40"/>
          <p:cNvSpPr txBox="1">
            <a:spLocks noGrp="1"/>
          </p:cNvSpPr>
          <p:nvPr>
            <p:ph type="body" idx="3"/>
          </p:nvPr>
        </p:nvSpPr>
        <p:spPr>
          <a:xfrm>
            <a:off x="6172200" y="1447801"/>
            <a:ext cx="5638800" cy="38099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35" name="Google Shape;135;p40"/>
          <p:cNvSpPr txBox="1">
            <a:spLocks noGrp="1"/>
          </p:cNvSpPr>
          <p:nvPr>
            <p:ph type="body" idx="4"/>
          </p:nvPr>
        </p:nvSpPr>
        <p:spPr>
          <a:xfrm>
            <a:off x="6172200" y="1943102"/>
            <a:ext cx="5638799" cy="445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40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40"/>
          <p:cNvSpPr txBox="1">
            <a:spLocks noGrp="1"/>
          </p:cNvSpPr>
          <p:nvPr>
            <p:ph type="body" idx="5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8" name="Google Shape;138;p40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40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40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omparison">
  <p:cSld name="3_Comparison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1"/>
          <p:cNvSpPr txBox="1">
            <a:spLocks noGrp="1"/>
          </p:cNvSpPr>
          <p:nvPr>
            <p:ph type="body" idx="1"/>
          </p:nvPr>
        </p:nvSpPr>
        <p:spPr>
          <a:xfrm>
            <a:off x="3686628" y="1447801"/>
            <a:ext cx="3973286" cy="381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43" name="Google Shape;143;p41"/>
          <p:cNvSpPr txBox="1">
            <a:spLocks noGrp="1"/>
          </p:cNvSpPr>
          <p:nvPr>
            <p:ph type="body" idx="2"/>
          </p:nvPr>
        </p:nvSpPr>
        <p:spPr>
          <a:xfrm>
            <a:off x="3686628" y="1943101"/>
            <a:ext cx="3973286" cy="4457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4" name="Google Shape;144;p41"/>
          <p:cNvSpPr txBox="1">
            <a:spLocks noGrp="1"/>
          </p:cNvSpPr>
          <p:nvPr>
            <p:ph type="body" idx="3"/>
          </p:nvPr>
        </p:nvSpPr>
        <p:spPr>
          <a:xfrm>
            <a:off x="7837714" y="1447801"/>
            <a:ext cx="3973286" cy="380999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45" name="Google Shape;145;p41"/>
          <p:cNvSpPr txBox="1">
            <a:spLocks noGrp="1"/>
          </p:cNvSpPr>
          <p:nvPr>
            <p:ph type="body" idx="4"/>
          </p:nvPr>
        </p:nvSpPr>
        <p:spPr>
          <a:xfrm>
            <a:off x="7837714" y="1943102"/>
            <a:ext cx="3973285" cy="4457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6" name="Google Shape;146;p41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41"/>
          <p:cNvSpPr txBox="1">
            <a:spLocks noGrp="1"/>
          </p:cNvSpPr>
          <p:nvPr>
            <p:ph type="body" idx="5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41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41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0" name="Google Shape;150;p41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1" name="Google Shape;151;p41"/>
          <p:cNvSpPr txBox="1">
            <a:spLocks noGrp="1"/>
          </p:cNvSpPr>
          <p:nvPr>
            <p:ph type="body" idx="6"/>
          </p:nvPr>
        </p:nvSpPr>
        <p:spPr>
          <a:xfrm>
            <a:off x="381001" y="1943101"/>
            <a:ext cx="3127827" cy="4457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mparison">
  <p:cSld name="1_Comparison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2"/>
          <p:cNvSpPr txBox="1">
            <a:spLocks noGrp="1"/>
          </p:cNvSpPr>
          <p:nvPr>
            <p:ph type="body" idx="1"/>
          </p:nvPr>
        </p:nvSpPr>
        <p:spPr>
          <a:xfrm>
            <a:off x="381000" y="1749554"/>
            <a:ext cx="4909006" cy="4651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175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400"/>
              <a:buChar char="▪"/>
              <a:defRPr sz="1400"/>
            </a:lvl1pPr>
            <a:lvl2pPr marL="914400" lvl="1" indent="-3048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marL="1371600" lvl="2" indent="-2921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000"/>
              <a:buChar char="▪"/>
              <a:defRPr sz="1000"/>
            </a:lvl3pPr>
            <a:lvl4pPr marL="1828800" lvl="3" indent="-2794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Char char="–"/>
              <a:defRPr sz="8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4" name="Google Shape;154;p42"/>
          <p:cNvSpPr txBox="1">
            <a:spLocks noGrp="1"/>
          </p:cNvSpPr>
          <p:nvPr>
            <p:ph type="body" idx="2"/>
          </p:nvPr>
        </p:nvSpPr>
        <p:spPr>
          <a:xfrm>
            <a:off x="5410986" y="1447802"/>
            <a:ext cx="6400014" cy="301752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55" name="Google Shape;155;p42"/>
          <p:cNvSpPr txBox="1">
            <a:spLocks noGrp="1"/>
          </p:cNvSpPr>
          <p:nvPr>
            <p:ph type="body" idx="3"/>
          </p:nvPr>
        </p:nvSpPr>
        <p:spPr>
          <a:xfrm>
            <a:off x="5410986" y="1749554"/>
            <a:ext cx="6400013" cy="22548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6" name="Google Shape;156;p42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42"/>
          <p:cNvSpPr txBox="1">
            <a:spLocks noGrp="1"/>
          </p:cNvSpPr>
          <p:nvPr>
            <p:ph type="body" idx="4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8" name="Google Shape;158;p42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42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42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1" name="Google Shape;161;p42"/>
          <p:cNvSpPr txBox="1">
            <a:spLocks noGrp="1"/>
          </p:cNvSpPr>
          <p:nvPr>
            <p:ph type="body" idx="5"/>
          </p:nvPr>
        </p:nvSpPr>
        <p:spPr>
          <a:xfrm>
            <a:off x="5410986" y="4071596"/>
            <a:ext cx="3139516" cy="302441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62" name="Google Shape;162;p42"/>
          <p:cNvSpPr txBox="1">
            <a:spLocks noGrp="1"/>
          </p:cNvSpPr>
          <p:nvPr>
            <p:ph type="body" idx="6"/>
          </p:nvPr>
        </p:nvSpPr>
        <p:spPr>
          <a:xfrm>
            <a:off x="5410986" y="4374037"/>
            <a:ext cx="3139516" cy="2026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3" name="Google Shape;163;p42"/>
          <p:cNvSpPr txBox="1">
            <a:spLocks noGrp="1"/>
          </p:cNvSpPr>
          <p:nvPr>
            <p:ph type="body" idx="7"/>
          </p:nvPr>
        </p:nvSpPr>
        <p:spPr>
          <a:xfrm>
            <a:off x="8671481" y="4071596"/>
            <a:ext cx="3139517" cy="302441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64" name="Google Shape;164;p42"/>
          <p:cNvSpPr txBox="1">
            <a:spLocks noGrp="1"/>
          </p:cNvSpPr>
          <p:nvPr>
            <p:ph type="body" idx="8"/>
          </p:nvPr>
        </p:nvSpPr>
        <p:spPr>
          <a:xfrm>
            <a:off x="8671482" y="4374037"/>
            <a:ext cx="3139516" cy="20267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5" name="Google Shape;165;p42"/>
          <p:cNvSpPr txBox="1">
            <a:spLocks noGrp="1"/>
          </p:cNvSpPr>
          <p:nvPr>
            <p:ph type="body" idx="9"/>
          </p:nvPr>
        </p:nvSpPr>
        <p:spPr>
          <a:xfrm>
            <a:off x="381000" y="1447802"/>
            <a:ext cx="4909006" cy="302441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with Sources">
  <p:cSld name="Comparison with Sources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3"/>
          <p:cNvSpPr txBox="1">
            <a:spLocks noGrp="1"/>
          </p:cNvSpPr>
          <p:nvPr>
            <p:ph type="body" idx="1"/>
          </p:nvPr>
        </p:nvSpPr>
        <p:spPr>
          <a:xfrm>
            <a:off x="381000" y="1447800"/>
            <a:ext cx="563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accent3"/>
              </a:buClr>
              <a:buSzPts val="2200"/>
              <a:buNone/>
              <a:defRPr sz="2200" b="1">
                <a:solidFill>
                  <a:schemeClr val="accent3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68" name="Google Shape;168;p43"/>
          <p:cNvSpPr txBox="1">
            <a:spLocks noGrp="1"/>
          </p:cNvSpPr>
          <p:nvPr>
            <p:ph type="body" idx="2"/>
          </p:nvPr>
        </p:nvSpPr>
        <p:spPr>
          <a:xfrm>
            <a:off x="381000" y="2133601"/>
            <a:ext cx="5638800" cy="38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69" name="Google Shape;169;p43"/>
          <p:cNvSpPr txBox="1">
            <a:spLocks noGrp="1"/>
          </p:cNvSpPr>
          <p:nvPr>
            <p:ph type="body" idx="3"/>
          </p:nvPr>
        </p:nvSpPr>
        <p:spPr>
          <a:xfrm>
            <a:off x="6172200" y="1447801"/>
            <a:ext cx="5638800" cy="685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accent3"/>
              </a:buClr>
              <a:buSzPts val="2200"/>
              <a:buNone/>
              <a:defRPr sz="2200" b="1">
                <a:solidFill>
                  <a:schemeClr val="accent3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70" name="Google Shape;170;p43"/>
          <p:cNvSpPr txBox="1">
            <a:spLocks noGrp="1"/>
          </p:cNvSpPr>
          <p:nvPr>
            <p:ph type="body" idx="4"/>
          </p:nvPr>
        </p:nvSpPr>
        <p:spPr>
          <a:xfrm>
            <a:off x="6172200" y="2133601"/>
            <a:ext cx="5638799" cy="38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1" name="Google Shape;171;p43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2" name="Google Shape;172;p43"/>
          <p:cNvSpPr txBox="1">
            <a:spLocks noGrp="1"/>
          </p:cNvSpPr>
          <p:nvPr>
            <p:ph type="body" idx="5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3" name="Google Shape;173;p43"/>
          <p:cNvSpPr txBox="1">
            <a:spLocks noGrp="1"/>
          </p:cNvSpPr>
          <p:nvPr>
            <p:ph type="body" idx="6"/>
          </p:nvPr>
        </p:nvSpPr>
        <p:spPr>
          <a:xfrm>
            <a:off x="381001" y="6057900"/>
            <a:ext cx="563879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5955"/>
              </a:buClr>
              <a:buSzPts val="1050"/>
              <a:buFont typeface="Noto Sans Symbols"/>
              <a:buNone/>
              <a:defRPr sz="1050" b="0" i="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 b="0" i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1050"/>
              <a:buNone/>
              <a:defRPr sz="1050" b="0" i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1"/>
            </a:lvl4pPr>
            <a:lvl5pPr marL="2286000" lvl="4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900"/>
              <a:buChar char="▪"/>
              <a:defRPr sz="9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4" name="Google Shape;174;p43"/>
          <p:cNvSpPr txBox="1">
            <a:spLocks noGrp="1"/>
          </p:cNvSpPr>
          <p:nvPr>
            <p:ph type="body" idx="7"/>
          </p:nvPr>
        </p:nvSpPr>
        <p:spPr>
          <a:xfrm>
            <a:off x="6172200" y="6057900"/>
            <a:ext cx="5638799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5955"/>
              </a:buClr>
              <a:buSzPts val="1050"/>
              <a:buFont typeface="Noto Sans Symbols"/>
              <a:buNone/>
              <a:defRPr sz="1050" b="0" i="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 b="0" i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1050"/>
              <a:buNone/>
              <a:defRPr sz="1050" b="0" i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1"/>
            </a:lvl4pPr>
            <a:lvl5pPr marL="2286000" lvl="4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900"/>
              <a:buChar char="▪"/>
              <a:defRPr sz="9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5" name="Google Shape;175;p43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6" name="Google Shape;176;p43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3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  <p15:guide id="2" orient="horz" pos="3816">
          <p15:clr>
            <a:srgbClr val="FBAE40"/>
          </p15:clr>
        </p15:guide>
        <p15:guide id="3" orient="horz" pos="376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Comparison with Sources">
  <p:cSld name="1_Comparison with Sources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4"/>
          <p:cNvSpPr txBox="1">
            <a:spLocks noGrp="1"/>
          </p:cNvSpPr>
          <p:nvPr>
            <p:ph type="body" idx="1"/>
          </p:nvPr>
        </p:nvSpPr>
        <p:spPr>
          <a:xfrm>
            <a:off x="3706072" y="1840673"/>
            <a:ext cx="3240648" cy="3200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80" name="Google Shape;180;p44"/>
          <p:cNvSpPr txBox="1">
            <a:spLocks noGrp="1"/>
          </p:cNvSpPr>
          <p:nvPr>
            <p:ph type="body" idx="2"/>
          </p:nvPr>
        </p:nvSpPr>
        <p:spPr>
          <a:xfrm>
            <a:off x="3706072" y="2250792"/>
            <a:ext cx="3245143" cy="3864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1" name="Google Shape;181;p44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44"/>
          <p:cNvSpPr txBox="1">
            <a:spLocks noGrp="1"/>
          </p:cNvSpPr>
          <p:nvPr>
            <p:ph type="body" idx="3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3" name="Google Shape;183;p44"/>
          <p:cNvSpPr txBox="1">
            <a:spLocks noGrp="1"/>
          </p:cNvSpPr>
          <p:nvPr>
            <p:ph type="body" idx="4"/>
          </p:nvPr>
        </p:nvSpPr>
        <p:spPr>
          <a:xfrm>
            <a:off x="381001" y="6172200"/>
            <a:ext cx="6565719" cy="267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5955"/>
              </a:buClr>
              <a:buSzPts val="1050"/>
              <a:buFont typeface="Noto Sans Symbols"/>
              <a:buNone/>
              <a:defRPr sz="1050" b="0" i="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 b="0" i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1050"/>
              <a:buNone/>
              <a:defRPr sz="1050" b="0" i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1"/>
            </a:lvl4pPr>
            <a:lvl5pPr marL="2286000" lvl="4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900"/>
              <a:buChar char="▪"/>
              <a:defRPr sz="9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4" name="Google Shape;184;p44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5" name="Google Shape;185;p44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44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7" name="Google Shape;187;p44"/>
          <p:cNvSpPr txBox="1">
            <a:spLocks noGrp="1"/>
          </p:cNvSpPr>
          <p:nvPr>
            <p:ph type="body" idx="5"/>
          </p:nvPr>
        </p:nvSpPr>
        <p:spPr>
          <a:xfrm>
            <a:off x="380999" y="1831056"/>
            <a:ext cx="3240649" cy="320040"/>
          </a:xfrm>
          <a:prstGeom prst="rect">
            <a:avLst/>
          </a:prstGeom>
          <a:solidFill>
            <a:srgbClr val="285D70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88" name="Google Shape;188;p44"/>
          <p:cNvSpPr txBox="1">
            <a:spLocks noGrp="1"/>
          </p:cNvSpPr>
          <p:nvPr>
            <p:ph type="body" idx="6"/>
          </p:nvPr>
        </p:nvSpPr>
        <p:spPr>
          <a:xfrm>
            <a:off x="381001" y="2250792"/>
            <a:ext cx="3240649" cy="3864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9" name="Google Shape;189;p44"/>
          <p:cNvSpPr txBox="1">
            <a:spLocks noGrp="1"/>
          </p:cNvSpPr>
          <p:nvPr>
            <p:ph type="body" idx="7"/>
          </p:nvPr>
        </p:nvSpPr>
        <p:spPr>
          <a:xfrm>
            <a:off x="7092950" y="1447166"/>
            <a:ext cx="4718050" cy="499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5F5955"/>
              </a:buClr>
              <a:buSzPts val="1400"/>
              <a:buChar char="▪"/>
              <a:defRPr sz="1400"/>
            </a:lvl1pPr>
            <a:lvl2pPr marL="914400" lvl="1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marL="1371600" lvl="2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100"/>
              <a:buChar char="▪"/>
              <a:defRPr sz="1100"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0" name="Google Shape;190;p44"/>
          <p:cNvSpPr txBox="1">
            <a:spLocks noGrp="1"/>
          </p:cNvSpPr>
          <p:nvPr>
            <p:ph type="body" idx="8"/>
          </p:nvPr>
        </p:nvSpPr>
        <p:spPr>
          <a:xfrm>
            <a:off x="381000" y="1447800"/>
            <a:ext cx="6565900" cy="323533"/>
          </a:xfrm>
          <a:prstGeom prst="rect">
            <a:avLst/>
          </a:prstGeom>
          <a:solidFill>
            <a:srgbClr val="E5E2E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>
                <a:solidFill>
                  <a:srgbClr val="5F5955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  <p15:guide id="2" orient="horz" pos="3816">
          <p15:clr>
            <a:srgbClr val="FBAE40"/>
          </p15:clr>
        </p15:guide>
        <p15:guide id="3" orient="horz" pos="3768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Comparison with Sources">
  <p:cSld name="4_Comparison with Sources"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45"/>
          <p:cNvSpPr txBox="1">
            <a:spLocks noGrp="1"/>
          </p:cNvSpPr>
          <p:nvPr>
            <p:ph type="body" idx="1"/>
          </p:nvPr>
        </p:nvSpPr>
        <p:spPr>
          <a:xfrm>
            <a:off x="8570171" y="1840356"/>
            <a:ext cx="3240648" cy="3200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93" name="Google Shape;193;p45"/>
          <p:cNvSpPr txBox="1">
            <a:spLocks noGrp="1"/>
          </p:cNvSpPr>
          <p:nvPr>
            <p:ph type="body" idx="2"/>
          </p:nvPr>
        </p:nvSpPr>
        <p:spPr>
          <a:xfrm>
            <a:off x="8570171" y="2250475"/>
            <a:ext cx="3245143" cy="3864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4" name="Google Shape;194;p45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5" name="Google Shape;195;p45"/>
          <p:cNvSpPr txBox="1">
            <a:spLocks noGrp="1"/>
          </p:cNvSpPr>
          <p:nvPr>
            <p:ph type="body" idx="3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6" name="Google Shape;196;p45"/>
          <p:cNvSpPr txBox="1">
            <a:spLocks noGrp="1"/>
          </p:cNvSpPr>
          <p:nvPr>
            <p:ph type="body" idx="4"/>
          </p:nvPr>
        </p:nvSpPr>
        <p:spPr>
          <a:xfrm>
            <a:off x="5245100" y="6171883"/>
            <a:ext cx="6565719" cy="267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5955"/>
              </a:buClr>
              <a:buSzPts val="1050"/>
              <a:buFont typeface="Noto Sans Symbols"/>
              <a:buNone/>
              <a:defRPr sz="1050" b="0" i="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 b="0" i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1050"/>
              <a:buNone/>
              <a:defRPr sz="1050" b="0" i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1"/>
            </a:lvl4pPr>
            <a:lvl5pPr marL="2286000" lvl="4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900"/>
              <a:buChar char="▪"/>
              <a:defRPr sz="9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97" name="Google Shape;197;p45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8" name="Google Shape;198;p45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45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0" name="Google Shape;200;p45"/>
          <p:cNvSpPr txBox="1">
            <a:spLocks noGrp="1"/>
          </p:cNvSpPr>
          <p:nvPr>
            <p:ph type="body" idx="5"/>
          </p:nvPr>
        </p:nvSpPr>
        <p:spPr>
          <a:xfrm>
            <a:off x="5245098" y="1830739"/>
            <a:ext cx="3240649" cy="320040"/>
          </a:xfrm>
          <a:prstGeom prst="rect">
            <a:avLst/>
          </a:prstGeom>
          <a:solidFill>
            <a:srgbClr val="285D70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01" name="Google Shape;201;p45"/>
          <p:cNvSpPr txBox="1">
            <a:spLocks noGrp="1"/>
          </p:cNvSpPr>
          <p:nvPr>
            <p:ph type="body" idx="6"/>
          </p:nvPr>
        </p:nvSpPr>
        <p:spPr>
          <a:xfrm>
            <a:off x="5245100" y="2250475"/>
            <a:ext cx="3240649" cy="3864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2" name="Google Shape;202;p45"/>
          <p:cNvSpPr txBox="1">
            <a:spLocks noGrp="1"/>
          </p:cNvSpPr>
          <p:nvPr>
            <p:ph type="body" idx="7"/>
          </p:nvPr>
        </p:nvSpPr>
        <p:spPr>
          <a:xfrm>
            <a:off x="422883" y="1447483"/>
            <a:ext cx="4718050" cy="499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5F5955"/>
              </a:buClr>
              <a:buSzPts val="1400"/>
              <a:buChar char="▪"/>
              <a:defRPr sz="1400"/>
            </a:lvl1pPr>
            <a:lvl2pPr marL="914400" lvl="1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marL="1371600" lvl="2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100"/>
              <a:buChar char="▪"/>
              <a:defRPr sz="1100"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3" name="Google Shape;203;p45"/>
          <p:cNvSpPr txBox="1">
            <a:spLocks noGrp="1"/>
          </p:cNvSpPr>
          <p:nvPr>
            <p:ph type="body" idx="8"/>
          </p:nvPr>
        </p:nvSpPr>
        <p:spPr>
          <a:xfrm>
            <a:off x="5245099" y="1447483"/>
            <a:ext cx="6565900" cy="323533"/>
          </a:xfrm>
          <a:prstGeom prst="rect">
            <a:avLst/>
          </a:prstGeom>
          <a:solidFill>
            <a:srgbClr val="E5E2E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>
                <a:solidFill>
                  <a:srgbClr val="5F5955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  <p15:guide id="2" orient="horz" pos="3816">
          <p15:clr>
            <a:srgbClr val="FBAE40"/>
          </p15:clr>
        </p15:guide>
        <p15:guide id="3" orient="horz" pos="3768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Comparison with Sources">
  <p:cSld name="3_Comparison with Sources"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46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46"/>
          <p:cNvSpPr txBox="1">
            <a:spLocks noGrp="1"/>
          </p:cNvSpPr>
          <p:nvPr>
            <p:ph type="body" idx="1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7" name="Google Shape;207;p46"/>
          <p:cNvSpPr txBox="1">
            <a:spLocks noGrp="1"/>
          </p:cNvSpPr>
          <p:nvPr>
            <p:ph type="body" idx="2"/>
          </p:nvPr>
        </p:nvSpPr>
        <p:spPr>
          <a:xfrm>
            <a:off x="5199742" y="6172200"/>
            <a:ext cx="6565719" cy="267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5955"/>
              </a:buClr>
              <a:buSzPts val="1050"/>
              <a:buFont typeface="Noto Sans Symbols"/>
              <a:buNone/>
              <a:defRPr sz="1050" b="0" i="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 b="0" i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1050"/>
              <a:buNone/>
              <a:defRPr sz="1050" b="0" i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1"/>
            </a:lvl4pPr>
            <a:lvl5pPr marL="2286000" lvl="4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900"/>
              <a:buChar char="▪"/>
              <a:defRPr sz="9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8" name="Google Shape;208;p46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9" name="Google Shape;209;p46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0" name="Google Shape;210;p46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1" name="Google Shape;211;p46"/>
          <p:cNvSpPr txBox="1">
            <a:spLocks noGrp="1"/>
          </p:cNvSpPr>
          <p:nvPr>
            <p:ph type="body" idx="3"/>
          </p:nvPr>
        </p:nvSpPr>
        <p:spPr>
          <a:xfrm>
            <a:off x="5199742" y="1884999"/>
            <a:ext cx="6565719" cy="4230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2" name="Google Shape;212;p46"/>
          <p:cNvSpPr txBox="1">
            <a:spLocks noGrp="1"/>
          </p:cNvSpPr>
          <p:nvPr>
            <p:ph type="body" idx="4"/>
          </p:nvPr>
        </p:nvSpPr>
        <p:spPr>
          <a:xfrm>
            <a:off x="381000" y="1447166"/>
            <a:ext cx="4718050" cy="49917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>
            <a:lvl1pPr marL="457200" lvl="0" indent="-3175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5F5955"/>
              </a:buClr>
              <a:buSzPts val="1400"/>
              <a:buChar char="▪"/>
              <a:defRPr sz="1400"/>
            </a:lvl1pPr>
            <a:lvl2pPr marL="914400" lvl="1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2pPr>
            <a:lvl3pPr marL="1371600" lvl="2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100"/>
              <a:buChar char="▪"/>
              <a:defRPr sz="1100"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3" name="Google Shape;213;p46"/>
          <p:cNvSpPr txBox="1">
            <a:spLocks noGrp="1"/>
          </p:cNvSpPr>
          <p:nvPr>
            <p:ph type="body" idx="5"/>
          </p:nvPr>
        </p:nvSpPr>
        <p:spPr>
          <a:xfrm>
            <a:off x="5199741" y="1447800"/>
            <a:ext cx="6565900" cy="323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>
                <a:solidFill>
                  <a:srgbClr val="5F5955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  <p15:guide id="2" orient="horz" pos="3816">
          <p15:clr>
            <a:srgbClr val="FBAE40"/>
          </p15:clr>
        </p15:guide>
        <p15:guide id="3" orient="horz" pos="3768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omparison with Sources">
  <p:cSld name="2_Comparison with Sources"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47"/>
          <p:cNvSpPr txBox="1">
            <a:spLocks noGrp="1"/>
          </p:cNvSpPr>
          <p:nvPr>
            <p:ph type="body" idx="1"/>
          </p:nvPr>
        </p:nvSpPr>
        <p:spPr>
          <a:xfrm>
            <a:off x="2578608" y="1447800"/>
            <a:ext cx="2057400" cy="381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16" name="Google Shape;216;p47"/>
          <p:cNvSpPr txBox="1">
            <a:spLocks noGrp="1"/>
          </p:cNvSpPr>
          <p:nvPr>
            <p:ph type="body" idx="2"/>
          </p:nvPr>
        </p:nvSpPr>
        <p:spPr>
          <a:xfrm>
            <a:off x="2578608" y="1911096"/>
            <a:ext cx="2057400" cy="4215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7" name="Google Shape;217;p47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8" name="Google Shape;218;p47"/>
          <p:cNvSpPr txBox="1">
            <a:spLocks noGrp="1"/>
          </p:cNvSpPr>
          <p:nvPr>
            <p:ph type="body" idx="3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19" name="Google Shape;219;p47"/>
          <p:cNvSpPr txBox="1">
            <a:spLocks noGrp="1"/>
          </p:cNvSpPr>
          <p:nvPr>
            <p:ph type="body" idx="4"/>
          </p:nvPr>
        </p:nvSpPr>
        <p:spPr>
          <a:xfrm>
            <a:off x="381001" y="6172200"/>
            <a:ext cx="11429998" cy="267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5955"/>
              </a:buClr>
              <a:buSzPts val="1050"/>
              <a:buFont typeface="Noto Sans Symbols"/>
              <a:buNone/>
              <a:defRPr sz="1050" b="0" i="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 b="0" i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1050"/>
              <a:buNone/>
              <a:defRPr sz="1050" b="0" i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1"/>
            </a:lvl4pPr>
            <a:lvl5pPr marL="2286000" lvl="4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900"/>
              <a:buChar char="▪"/>
              <a:defRPr sz="9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0" name="Google Shape;220;p47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47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2" name="Google Shape;222;p47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3" name="Google Shape;223;p47"/>
          <p:cNvSpPr txBox="1">
            <a:spLocks noGrp="1"/>
          </p:cNvSpPr>
          <p:nvPr>
            <p:ph type="body" idx="5"/>
          </p:nvPr>
        </p:nvSpPr>
        <p:spPr>
          <a:xfrm>
            <a:off x="381000" y="1449930"/>
            <a:ext cx="2057400" cy="381000"/>
          </a:xfrm>
          <a:prstGeom prst="rect">
            <a:avLst/>
          </a:prstGeom>
          <a:solidFill>
            <a:srgbClr val="285D70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24" name="Google Shape;224;p47"/>
          <p:cNvSpPr txBox="1">
            <a:spLocks noGrp="1"/>
          </p:cNvSpPr>
          <p:nvPr>
            <p:ph type="body" idx="6"/>
          </p:nvPr>
        </p:nvSpPr>
        <p:spPr>
          <a:xfrm>
            <a:off x="381000" y="1911096"/>
            <a:ext cx="2054551" cy="4215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5" name="Google Shape;225;p47"/>
          <p:cNvSpPr/>
          <p:nvPr/>
        </p:nvSpPr>
        <p:spPr>
          <a:xfrm>
            <a:off x="4809744" y="1911096"/>
            <a:ext cx="6993902" cy="42214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26" name="Google Shape;226;p47"/>
          <p:cNvSpPr txBox="1">
            <a:spLocks noGrp="1"/>
          </p:cNvSpPr>
          <p:nvPr>
            <p:ph type="body" idx="7"/>
          </p:nvPr>
        </p:nvSpPr>
        <p:spPr>
          <a:xfrm>
            <a:off x="4809743" y="1447800"/>
            <a:ext cx="7001255" cy="381000"/>
          </a:xfrm>
          <a:prstGeom prst="rect">
            <a:avLst/>
          </a:prstGeom>
          <a:solidFill>
            <a:schemeClr val="accent2"/>
          </a:solidFill>
          <a:ln w="10775" cap="flat" cmpd="sng">
            <a:solidFill>
              <a:srgbClr val="B77F1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  <p15:guide id="2" orient="horz" pos="3816">
          <p15:clr>
            <a:srgbClr val="FBAE40"/>
          </p15:clr>
        </p15:guide>
        <p15:guide id="3" orient="horz" pos="3768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Comparison with Sources">
  <p:cSld name="5_Comparison with Sources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8"/>
          <p:cNvSpPr txBox="1">
            <a:spLocks noGrp="1"/>
          </p:cNvSpPr>
          <p:nvPr>
            <p:ph type="body" idx="1"/>
          </p:nvPr>
        </p:nvSpPr>
        <p:spPr>
          <a:xfrm>
            <a:off x="3254230" y="1447166"/>
            <a:ext cx="2743200" cy="381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29" name="Google Shape;229;p48"/>
          <p:cNvSpPr txBox="1">
            <a:spLocks noGrp="1"/>
          </p:cNvSpPr>
          <p:nvPr>
            <p:ph type="body" idx="2"/>
          </p:nvPr>
        </p:nvSpPr>
        <p:spPr>
          <a:xfrm>
            <a:off x="3254230" y="1910462"/>
            <a:ext cx="2743200" cy="4215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0" name="Google Shape;230;p48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  <a:defRPr>
                <a:solidFill>
                  <a:schemeClr val="accent3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48"/>
          <p:cNvSpPr txBox="1">
            <a:spLocks noGrp="1"/>
          </p:cNvSpPr>
          <p:nvPr>
            <p:ph type="body" idx="3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2" name="Google Shape;232;p48"/>
          <p:cNvSpPr txBox="1">
            <a:spLocks noGrp="1"/>
          </p:cNvSpPr>
          <p:nvPr>
            <p:ph type="body" idx="4"/>
          </p:nvPr>
        </p:nvSpPr>
        <p:spPr>
          <a:xfrm>
            <a:off x="381001" y="6172200"/>
            <a:ext cx="11429998" cy="267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F5955"/>
              </a:buClr>
              <a:buSzPts val="1050"/>
              <a:buFont typeface="Noto Sans Symbols"/>
              <a:buNone/>
              <a:defRPr sz="1050" b="0" i="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 b="0" i="1"/>
            </a:lvl2pPr>
            <a:lvl3pPr marL="1371600" lvl="2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1050"/>
              <a:buNone/>
              <a:defRPr sz="1050" b="0" i="1"/>
            </a:lvl3pPr>
            <a:lvl4pPr marL="1828800" lvl="3" indent="-228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1"/>
            </a:lvl4pPr>
            <a:lvl5pPr marL="2286000" lvl="4" indent="-28575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5F5955"/>
              </a:buClr>
              <a:buSzPts val="900"/>
              <a:buChar char="▪"/>
              <a:defRPr sz="9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3" name="Google Shape;233;p48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48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5" name="Google Shape;235;p48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48"/>
          <p:cNvSpPr txBox="1">
            <a:spLocks noGrp="1"/>
          </p:cNvSpPr>
          <p:nvPr>
            <p:ph type="body" idx="5"/>
          </p:nvPr>
        </p:nvSpPr>
        <p:spPr>
          <a:xfrm>
            <a:off x="381000" y="1449930"/>
            <a:ext cx="2743200" cy="381000"/>
          </a:xfrm>
          <a:prstGeom prst="rect">
            <a:avLst/>
          </a:prstGeom>
          <a:solidFill>
            <a:srgbClr val="285D70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37" name="Google Shape;237;p48"/>
          <p:cNvSpPr txBox="1">
            <a:spLocks noGrp="1"/>
          </p:cNvSpPr>
          <p:nvPr>
            <p:ph type="body" idx="6"/>
          </p:nvPr>
        </p:nvSpPr>
        <p:spPr>
          <a:xfrm>
            <a:off x="380999" y="1911096"/>
            <a:ext cx="2743200" cy="4215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38" name="Google Shape;238;p48"/>
          <p:cNvSpPr txBox="1">
            <a:spLocks noGrp="1"/>
          </p:cNvSpPr>
          <p:nvPr>
            <p:ph type="body" idx="7"/>
          </p:nvPr>
        </p:nvSpPr>
        <p:spPr>
          <a:xfrm>
            <a:off x="6127460" y="1447166"/>
            <a:ext cx="2743200" cy="381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39" name="Google Shape;239;p48"/>
          <p:cNvSpPr txBox="1">
            <a:spLocks noGrp="1"/>
          </p:cNvSpPr>
          <p:nvPr>
            <p:ph type="body" idx="8"/>
          </p:nvPr>
        </p:nvSpPr>
        <p:spPr>
          <a:xfrm>
            <a:off x="6127460" y="1910462"/>
            <a:ext cx="2743200" cy="4215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0" name="Google Shape;240;p48"/>
          <p:cNvSpPr txBox="1">
            <a:spLocks noGrp="1"/>
          </p:cNvSpPr>
          <p:nvPr>
            <p:ph type="body" idx="9"/>
          </p:nvPr>
        </p:nvSpPr>
        <p:spPr>
          <a:xfrm>
            <a:off x="9067802" y="1447166"/>
            <a:ext cx="2743200" cy="381000"/>
          </a:xfrm>
          <a:prstGeom prst="rect">
            <a:avLst/>
          </a:prstGeom>
          <a:solidFill>
            <a:srgbClr val="CB880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41" name="Google Shape;241;p48"/>
          <p:cNvSpPr txBox="1">
            <a:spLocks noGrp="1"/>
          </p:cNvSpPr>
          <p:nvPr>
            <p:ph type="body" idx="13"/>
          </p:nvPr>
        </p:nvSpPr>
        <p:spPr>
          <a:xfrm>
            <a:off x="9067802" y="1910462"/>
            <a:ext cx="2743200" cy="4215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Char char="▪"/>
              <a:defRPr sz="1600"/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344">
          <p15:clr>
            <a:srgbClr val="FBAE40"/>
          </p15:clr>
        </p15:guide>
        <p15:guide id="2" orient="horz" pos="3816">
          <p15:clr>
            <a:srgbClr val="FBAE40"/>
          </p15:clr>
        </p15:guide>
        <p15:guide id="3" orient="horz" pos="3768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9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4" name="Google Shape;244;p49"/>
          <p:cNvSpPr txBox="1">
            <a:spLocks noGrp="1"/>
          </p:cNvSpPr>
          <p:nvPr>
            <p:ph type="body" idx="1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5" name="Google Shape;245;p49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6" name="Google Shape;246;p49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7" name="Google Shape;247;p49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0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0" name="Google Shape;250;p50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1" name="Google Shape;251;p50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6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enter's People Layout">
  <p:cSld name="Center's People Layout">
    <p:bg>
      <p:bgPr>
        <a:solidFill>
          <a:schemeClr val="dk2"/>
        </a:solidFill>
        <a:effectLst/>
      </p:bgPr>
    </p:bg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51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p51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51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6" name="Google Shape;256;p51"/>
          <p:cNvSpPr txBox="1">
            <a:spLocks noGrp="1"/>
          </p:cNvSpPr>
          <p:nvPr>
            <p:ph type="body" idx="1"/>
          </p:nvPr>
        </p:nvSpPr>
        <p:spPr>
          <a:xfrm>
            <a:off x="381000" y="609600"/>
            <a:ext cx="4381500" cy="57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Char char="▪"/>
              <a:defRPr sz="200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 sz="1800">
                <a:solidFill>
                  <a:schemeClr val="lt1"/>
                </a:solidFill>
              </a:defRPr>
            </a:lvl2pPr>
            <a:lvl3pPr marL="1371600" lvl="2" indent="-330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Char char="▪"/>
              <a:defRPr sz="1600"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400"/>
              <a:buChar char="–"/>
              <a:defRPr sz="14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200"/>
              <a:buChar char="▪"/>
              <a:defRPr sz="1200"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7" name="Google Shape;257;p51"/>
          <p:cNvSpPr txBox="1">
            <a:spLocks noGrp="1"/>
          </p:cNvSpPr>
          <p:nvPr>
            <p:ph type="body" idx="2"/>
          </p:nvPr>
        </p:nvSpPr>
        <p:spPr>
          <a:xfrm>
            <a:off x="5181600" y="1982367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8" name="Google Shape;258;p51"/>
          <p:cNvSpPr>
            <a:spLocks noGrp="1"/>
          </p:cNvSpPr>
          <p:nvPr>
            <p:ph type="pic" idx="3"/>
          </p:nvPr>
        </p:nvSpPr>
        <p:spPr>
          <a:xfrm>
            <a:off x="5181600" y="609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59" name="Google Shape;259;p51"/>
          <p:cNvSpPr txBox="1">
            <a:spLocks noGrp="1"/>
          </p:cNvSpPr>
          <p:nvPr>
            <p:ph type="body" idx="4"/>
          </p:nvPr>
        </p:nvSpPr>
        <p:spPr>
          <a:xfrm>
            <a:off x="4998720" y="156971"/>
            <a:ext cx="1737360" cy="338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None/>
              <a:defRPr sz="1100" b="1">
                <a:solidFill>
                  <a:schemeClr val="accent2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0" name="Google Shape;260;p51"/>
          <p:cNvSpPr txBox="1">
            <a:spLocks noGrp="1"/>
          </p:cNvSpPr>
          <p:nvPr>
            <p:ph type="body" idx="5"/>
          </p:nvPr>
        </p:nvSpPr>
        <p:spPr>
          <a:xfrm>
            <a:off x="5181600" y="3962656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1" name="Google Shape;261;p51"/>
          <p:cNvSpPr>
            <a:spLocks noGrp="1"/>
          </p:cNvSpPr>
          <p:nvPr>
            <p:ph type="pic" idx="6"/>
          </p:nvPr>
        </p:nvSpPr>
        <p:spPr>
          <a:xfrm>
            <a:off x="5181600" y="2589917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62" name="Google Shape;262;p51"/>
          <p:cNvSpPr txBox="1">
            <a:spLocks noGrp="1"/>
          </p:cNvSpPr>
          <p:nvPr>
            <p:ph type="body" idx="7"/>
          </p:nvPr>
        </p:nvSpPr>
        <p:spPr>
          <a:xfrm>
            <a:off x="5181600" y="5945491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3" name="Google Shape;263;p51"/>
          <p:cNvSpPr>
            <a:spLocks noGrp="1"/>
          </p:cNvSpPr>
          <p:nvPr>
            <p:ph type="pic" idx="8"/>
          </p:nvPr>
        </p:nvSpPr>
        <p:spPr>
          <a:xfrm>
            <a:off x="5181600" y="4570233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64" name="Google Shape;264;p51"/>
          <p:cNvSpPr txBox="1">
            <a:spLocks noGrp="1"/>
          </p:cNvSpPr>
          <p:nvPr>
            <p:ph type="body" idx="9"/>
          </p:nvPr>
        </p:nvSpPr>
        <p:spPr>
          <a:xfrm>
            <a:off x="6845142" y="1982367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5" name="Google Shape;265;p51"/>
          <p:cNvSpPr>
            <a:spLocks noGrp="1"/>
          </p:cNvSpPr>
          <p:nvPr>
            <p:ph type="pic" idx="13"/>
          </p:nvPr>
        </p:nvSpPr>
        <p:spPr>
          <a:xfrm>
            <a:off x="6845142" y="609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66" name="Google Shape;266;p51"/>
          <p:cNvSpPr txBox="1">
            <a:spLocks noGrp="1"/>
          </p:cNvSpPr>
          <p:nvPr>
            <p:ph type="body" idx="14"/>
          </p:nvPr>
        </p:nvSpPr>
        <p:spPr>
          <a:xfrm>
            <a:off x="7494034" y="152400"/>
            <a:ext cx="1737360" cy="342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None/>
              <a:defRPr sz="1100" b="1">
                <a:solidFill>
                  <a:schemeClr val="accent2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7" name="Google Shape;267;p51"/>
          <p:cNvSpPr txBox="1">
            <a:spLocks noGrp="1"/>
          </p:cNvSpPr>
          <p:nvPr>
            <p:ph type="body" idx="15"/>
          </p:nvPr>
        </p:nvSpPr>
        <p:spPr>
          <a:xfrm>
            <a:off x="6845142" y="3962656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8" name="Google Shape;268;p51"/>
          <p:cNvSpPr>
            <a:spLocks noGrp="1"/>
          </p:cNvSpPr>
          <p:nvPr>
            <p:ph type="pic" idx="16"/>
          </p:nvPr>
        </p:nvSpPr>
        <p:spPr>
          <a:xfrm>
            <a:off x="6845142" y="2589917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69" name="Google Shape;269;p51"/>
          <p:cNvSpPr txBox="1">
            <a:spLocks noGrp="1"/>
          </p:cNvSpPr>
          <p:nvPr>
            <p:ph type="body" idx="17"/>
          </p:nvPr>
        </p:nvSpPr>
        <p:spPr>
          <a:xfrm>
            <a:off x="6845142" y="5945491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0" name="Google Shape;270;p51"/>
          <p:cNvSpPr>
            <a:spLocks noGrp="1"/>
          </p:cNvSpPr>
          <p:nvPr>
            <p:ph type="pic" idx="18"/>
          </p:nvPr>
        </p:nvSpPr>
        <p:spPr>
          <a:xfrm>
            <a:off x="6845142" y="4570233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71" name="Google Shape;271;p51"/>
          <p:cNvSpPr txBox="1">
            <a:spLocks noGrp="1"/>
          </p:cNvSpPr>
          <p:nvPr>
            <p:ph type="body" idx="19"/>
          </p:nvPr>
        </p:nvSpPr>
        <p:spPr>
          <a:xfrm>
            <a:off x="8508684" y="1982367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2" name="Google Shape;272;p51"/>
          <p:cNvSpPr>
            <a:spLocks noGrp="1"/>
          </p:cNvSpPr>
          <p:nvPr>
            <p:ph type="pic" idx="20"/>
          </p:nvPr>
        </p:nvSpPr>
        <p:spPr>
          <a:xfrm>
            <a:off x="8508684" y="609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73" name="Google Shape;273;p51"/>
          <p:cNvSpPr txBox="1">
            <a:spLocks noGrp="1"/>
          </p:cNvSpPr>
          <p:nvPr>
            <p:ph type="body" idx="21"/>
          </p:nvPr>
        </p:nvSpPr>
        <p:spPr>
          <a:xfrm>
            <a:off x="8508684" y="3962656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4" name="Google Shape;274;p51"/>
          <p:cNvSpPr>
            <a:spLocks noGrp="1"/>
          </p:cNvSpPr>
          <p:nvPr>
            <p:ph type="pic" idx="22"/>
          </p:nvPr>
        </p:nvSpPr>
        <p:spPr>
          <a:xfrm>
            <a:off x="8508684" y="2589917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75" name="Google Shape;275;p51"/>
          <p:cNvSpPr txBox="1">
            <a:spLocks noGrp="1"/>
          </p:cNvSpPr>
          <p:nvPr>
            <p:ph type="body" idx="23"/>
          </p:nvPr>
        </p:nvSpPr>
        <p:spPr>
          <a:xfrm>
            <a:off x="8508684" y="5945491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6" name="Google Shape;276;p51"/>
          <p:cNvSpPr>
            <a:spLocks noGrp="1"/>
          </p:cNvSpPr>
          <p:nvPr>
            <p:ph type="pic" idx="24"/>
          </p:nvPr>
        </p:nvSpPr>
        <p:spPr>
          <a:xfrm>
            <a:off x="8508684" y="4570233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77" name="Google Shape;277;p51"/>
          <p:cNvSpPr txBox="1">
            <a:spLocks noGrp="1"/>
          </p:cNvSpPr>
          <p:nvPr>
            <p:ph type="body" idx="25"/>
          </p:nvPr>
        </p:nvSpPr>
        <p:spPr>
          <a:xfrm>
            <a:off x="10172227" y="1982367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8" name="Google Shape;278;p51"/>
          <p:cNvSpPr>
            <a:spLocks noGrp="1"/>
          </p:cNvSpPr>
          <p:nvPr>
            <p:ph type="pic" idx="26"/>
          </p:nvPr>
        </p:nvSpPr>
        <p:spPr>
          <a:xfrm>
            <a:off x="10172227" y="609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79" name="Google Shape;279;p51"/>
          <p:cNvSpPr txBox="1">
            <a:spLocks noGrp="1"/>
          </p:cNvSpPr>
          <p:nvPr>
            <p:ph type="body" idx="27"/>
          </p:nvPr>
        </p:nvSpPr>
        <p:spPr>
          <a:xfrm>
            <a:off x="9989347" y="156971"/>
            <a:ext cx="1737360" cy="338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None/>
              <a:defRPr sz="1100" b="1">
                <a:solidFill>
                  <a:schemeClr val="accent2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0" name="Google Shape;280;p51"/>
          <p:cNvSpPr txBox="1">
            <a:spLocks noGrp="1"/>
          </p:cNvSpPr>
          <p:nvPr>
            <p:ph type="body" idx="28"/>
          </p:nvPr>
        </p:nvSpPr>
        <p:spPr>
          <a:xfrm>
            <a:off x="10172227" y="3962656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1" name="Google Shape;281;p51"/>
          <p:cNvSpPr>
            <a:spLocks noGrp="1"/>
          </p:cNvSpPr>
          <p:nvPr>
            <p:ph type="pic" idx="29"/>
          </p:nvPr>
        </p:nvSpPr>
        <p:spPr>
          <a:xfrm>
            <a:off x="10172227" y="2589917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82" name="Google Shape;282;p51"/>
          <p:cNvSpPr txBox="1">
            <a:spLocks noGrp="1"/>
          </p:cNvSpPr>
          <p:nvPr>
            <p:ph type="body" idx="30"/>
          </p:nvPr>
        </p:nvSpPr>
        <p:spPr>
          <a:xfrm>
            <a:off x="10172227" y="5945491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3" name="Google Shape;283;p51"/>
          <p:cNvSpPr>
            <a:spLocks noGrp="1"/>
          </p:cNvSpPr>
          <p:nvPr>
            <p:ph type="pic" idx="31"/>
          </p:nvPr>
        </p:nvSpPr>
        <p:spPr>
          <a:xfrm>
            <a:off x="10172227" y="4570233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284" name="Google Shape;284;p51"/>
          <p:cNvSpPr/>
          <p:nvPr/>
        </p:nvSpPr>
        <p:spPr>
          <a:xfrm rot="10800000" flipH="1">
            <a:off x="381000" y="6477000"/>
            <a:ext cx="11430000" cy="457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285" name="Google Shape;285;p51"/>
          <p:cNvSpPr txBox="1">
            <a:spLocks noGrp="1"/>
          </p:cNvSpPr>
          <p:nvPr>
            <p:ph type="body" idx="32"/>
          </p:nvPr>
        </p:nvSpPr>
        <p:spPr>
          <a:xfrm>
            <a:off x="5181600" y="61766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50"/>
              <a:buNone/>
              <a:defRPr sz="85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6" name="Google Shape;286;p51"/>
          <p:cNvSpPr txBox="1">
            <a:spLocks noGrp="1"/>
          </p:cNvSpPr>
          <p:nvPr>
            <p:ph type="body" idx="33"/>
          </p:nvPr>
        </p:nvSpPr>
        <p:spPr>
          <a:xfrm>
            <a:off x="6845142" y="61766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50"/>
              <a:buNone/>
              <a:defRPr sz="85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7" name="Google Shape;287;p51"/>
          <p:cNvSpPr txBox="1">
            <a:spLocks noGrp="1"/>
          </p:cNvSpPr>
          <p:nvPr>
            <p:ph type="body" idx="34"/>
          </p:nvPr>
        </p:nvSpPr>
        <p:spPr>
          <a:xfrm>
            <a:off x="8508684" y="61766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50"/>
              <a:buNone/>
              <a:defRPr sz="85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8" name="Google Shape;288;p51"/>
          <p:cNvSpPr txBox="1">
            <a:spLocks noGrp="1"/>
          </p:cNvSpPr>
          <p:nvPr>
            <p:ph type="body" idx="35"/>
          </p:nvPr>
        </p:nvSpPr>
        <p:spPr>
          <a:xfrm>
            <a:off x="10172227" y="61766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50"/>
              <a:buNone/>
              <a:defRPr sz="85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9" name="Google Shape;289;p51"/>
          <p:cNvSpPr txBox="1">
            <a:spLocks noGrp="1"/>
          </p:cNvSpPr>
          <p:nvPr>
            <p:ph type="body" idx="36"/>
          </p:nvPr>
        </p:nvSpPr>
        <p:spPr>
          <a:xfrm>
            <a:off x="5181600" y="4194309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50"/>
              <a:buNone/>
              <a:defRPr sz="85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0" name="Google Shape;290;p51"/>
          <p:cNvSpPr txBox="1">
            <a:spLocks noGrp="1"/>
          </p:cNvSpPr>
          <p:nvPr>
            <p:ph type="body" idx="37"/>
          </p:nvPr>
        </p:nvSpPr>
        <p:spPr>
          <a:xfrm>
            <a:off x="6845142" y="4194309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50"/>
              <a:buNone/>
              <a:defRPr sz="85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1" name="Google Shape;291;p51"/>
          <p:cNvSpPr txBox="1">
            <a:spLocks noGrp="1"/>
          </p:cNvSpPr>
          <p:nvPr>
            <p:ph type="body" idx="38"/>
          </p:nvPr>
        </p:nvSpPr>
        <p:spPr>
          <a:xfrm>
            <a:off x="8508684" y="4194309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50"/>
              <a:buNone/>
              <a:defRPr sz="85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2" name="Google Shape;292;p51"/>
          <p:cNvSpPr txBox="1">
            <a:spLocks noGrp="1"/>
          </p:cNvSpPr>
          <p:nvPr>
            <p:ph type="body" idx="39"/>
          </p:nvPr>
        </p:nvSpPr>
        <p:spPr>
          <a:xfrm>
            <a:off x="10172227" y="4194309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50"/>
              <a:buNone/>
              <a:defRPr sz="85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3" name="Google Shape;293;p51"/>
          <p:cNvSpPr txBox="1">
            <a:spLocks noGrp="1"/>
          </p:cNvSpPr>
          <p:nvPr>
            <p:ph type="body" idx="40"/>
          </p:nvPr>
        </p:nvSpPr>
        <p:spPr>
          <a:xfrm>
            <a:off x="5181600" y="221337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50"/>
              <a:buNone/>
              <a:defRPr sz="85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4" name="Google Shape;294;p51"/>
          <p:cNvSpPr txBox="1">
            <a:spLocks noGrp="1"/>
          </p:cNvSpPr>
          <p:nvPr>
            <p:ph type="body" idx="41"/>
          </p:nvPr>
        </p:nvSpPr>
        <p:spPr>
          <a:xfrm>
            <a:off x="6845142" y="221337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50"/>
              <a:buNone/>
              <a:defRPr sz="85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5" name="Google Shape;295;p51"/>
          <p:cNvSpPr txBox="1">
            <a:spLocks noGrp="1"/>
          </p:cNvSpPr>
          <p:nvPr>
            <p:ph type="body" idx="42"/>
          </p:nvPr>
        </p:nvSpPr>
        <p:spPr>
          <a:xfrm>
            <a:off x="8508684" y="221337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50"/>
              <a:buNone/>
              <a:defRPr sz="85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6" name="Google Shape;296;p51"/>
          <p:cNvSpPr txBox="1">
            <a:spLocks noGrp="1"/>
          </p:cNvSpPr>
          <p:nvPr>
            <p:ph type="body" idx="43"/>
          </p:nvPr>
        </p:nvSpPr>
        <p:spPr>
          <a:xfrm>
            <a:off x="10172227" y="221337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50"/>
              <a:buNone/>
              <a:defRPr sz="85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96">
          <p15:clr>
            <a:srgbClr val="FBAE40"/>
          </p15:clr>
        </p15:guide>
        <p15:guide id="2" pos="3048">
          <p15:clr>
            <a:srgbClr val="FBAE40"/>
          </p15:clr>
        </p15:guide>
        <p15:guide id="3" pos="3000">
          <p15:clr>
            <a:srgbClr val="FBAE40"/>
          </p15:clr>
        </p15:guide>
        <p15:guide id="4" orient="horz" pos="96">
          <p15:clr>
            <a:srgbClr val="FBAE40"/>
          </p15:clr>
        </p15:guide>
        <p15:guide id="5" orient="horz" pos="384">
          <p15:clr>
            <a:srgbClr val="FBAE40"/>
          </p15:clr>
        </p15:guide>
        <p15:guide id="6" orient="horz" pos="528">
          <p15:clr>
            <a:srgbClr val="FBAE40"/>
          </p15:clr>
        </p15:guide>
        <p15:guide id="7" pos="3264">
          <p15:clr>
            <a:srgbClr val="FBAE40"/>
          </p15:clr>
        </p15:guide>
        <p15:guide id="8" pos="7272">
          <p15:clr>
            <a:srgbClr val="FBAE40"/>
          </p15:clr>
        </p15:guide>
        <p15:guide id="9" orient="horz" pos="312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eople's Layout 6x6">
  <p:cSld name="People's Layout 6x6">
    <p:bg>
      <p:bgPr>
        <a:solidFill>
          <a:schemeClr val="dk2"/>
        </a:solidFill>
        <a:effectLst/>
      </p:bgPr>
    </p:bg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2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p52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0" name="Google Shape;300;p52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1" name="Google Shape;301;p52"/>
          <p:cNvSpPr txBox="1">
            <a:spLocks noGrp="1"/>
          </p:cNvSpPr>
          <p:nvPr>
            <p:ph type="body" idx="1"/>
          </p:nvPr>
        </p:nvSpPr>
        <p:spPr>
          <a:xfrm>
            <a:off x="779145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2" name="Google Shape;302;p52"/>
          <p:cNvSpPr>
            <a:spLocks noGrp="1"/>
          </p:cNvSpPr>
          <p:nvPr>
            <p:ph type="pic" idx="2"/>
          </p:nvPr>
        </p:nvSpPr>
        <p:spPr>
          <a:xfrm>
            <a:off x="779145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03" name="Google Shape;303;p52"/>
          <p:cNvSpPr txBox="1">
            <a:spLocks noGrp="1"/>
          </p:cNvSpPr>
          <p:nvPr>
            <p:ph type="body" idx="3"/>
          </p:nvPr>
        </p:nvSpPr>
        <p:spPr>
          <a:xfrm>
            <a:off x="779145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4" name="Google Shape;304;p52"/>
          <p:cNvSpPr txBox="1">
            <a:spLocks noGrp="1"/>
          </p:cNvSpPr>
          <p:nvPr>
            <p:ph type="body" idx="4"/>
          </p:nvPr>
        </p:nvSpPr>
        <p:spPr>
          <a:xfrm>
            <a:off x="937895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5" name="Google Shape;305;p52"/>
          <p:cNvSpPr>
            <a:spLocks noGrp="1"/>
          </p:cNvSpPr>
          <p:nvPr>
            <p:ph type="pic" idx="5"/>
          </p:nvPr>
        </p:nvSpPr>
        <p:spPr>
          <a:xfrm>
            <a:off x="937895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06" name="Google Shape;306;p52"/>
          <p:cNvSpPr txBox="1">
            <a:spLocks noGrp="1"/>
          </p:cNvSpPr>
          <p:nvPr>
            <p:ph type="body" idx="6"/>
          </p:nvPr>
        </p:nvSpPr>
        <p:spPr>
          <a:xfrm>
            <a:off x="937895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7" name="Google Shape;307;p52"/>
          <p:cNvSpPr txBox="1">
            <a:spLocks noGrp="1"/>
          </p:cNvSpPr>
          <p:nvPr>
            <p:ph type="body" idx="7"/>
          </p:nvPr>
        </p:nvSpPr>
        <p:spPr>
          <a:xfrm>
            <a:off x="620395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8" name="Google Shape;308;p52"/>
          <p:cNvSpPr>
            <a:spLocks noGrp="1"/>
          </p:cNvSpPr>
          <p:nvPr>
            <p:ph type="pic" idx="8"/>
          </p:nvPr>
        </p:nvSpPr>
        <p:spPr>
          <a:xfrm>
            <a:off x="620395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09" name="Google Shape;309;p52"/>
          <p:cNvSpPr txBox="1">
            <a:spLocks noGrp="1"/>
          </p:cNvSpPr>
          <p:nvPr>
            <p:ph type="body" idx="9"/>
          </p:nvPr>
        </p:nvSpPr>
        <p:spPr>
          <a:xfrm>
            <a:off x="620395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0" name="Google Shape;310;p52"/>
          <p:cNvSpPr txBox="1">
            <a:spLocks noGrp="1"/>
          </p:cNvSpPr>
          <p:nvPr>
            <p:ph type="body" idx="13"/>
          </p:nvPr>
        </p:nvSpPr>
        <p:spPr>
          <a:xfrm>
            <a:off x="144145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1" name="Google Shape;311;p52"/>
          <p:cNvSpPr>
            <a:spLocks noGrp="1"/>
          </p:cNvSpPr>
          <p:nvPr>
            <p:ph type="pic" idx="14"/>
          </p:nvPr>
        </p:nvSpPr>
        <p:spPr>
          <a:xfrm>
            <a:off x="144145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12" name="Google Shape;312;p52"/>
          <p:cNvSpPr txBox="1">
            <a:spLocks noGrp="1"/>
          </p:cNvSpPr>
          <p:nvPr>
            <p:ph type="body" idx="15"/>
          </p:nvPr>
        </p:nvSpPr>
        <p:spPr>
          <a:xfrm>
            <a:off x="144145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3" name="Google Shape;313;p52"/>
          <p:cNvSpPr txBox="1">
            <a:spLocks noGrp="1"/>
          </p:cNvSpPr>
          <p:nvPr>
            <p:ph type="body" idx="16"/>
          </p:nvPr>
        </p:nvSpPr>
        <p:spPr>
          <a:xfrm>
            <a:off x="302895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4" name="Google Shape;314;p52"/>
          <p:cNvSpPr>
            <a:spLocks noGrp="1"/>
          </p:cNvSpPr>
          <p:nvPr>
            <p:ph type="pic" idx="17"/>
          </p:nvPr>
        </p:nvSpPr>
        <p:spPr>
          <a:xfrm>
            <a:off x="302895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15" name="Google Shape;315;p52"/>
          <p:cNvSpPr txBox="1">
            <a:spLocks noGrp="1"/>
          </p:cNvSpPr>
          <p:nvPr>
            <p:ph type="body" idx="18"/>
          </p:nvPr>
        </p:nvSpPr>
        <p:spPr>
          <a:xfrm>
            <a:off x="302895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6" name="Google Shape;316;p52"/>
          <p:cNvSpPr txBox="1">
            <a:spLocks noGrp="1"/>
          </p:cNvSpPr>
          <p:nvPr>
            <p:ph type="body" idx="19"/>
          </p:nvPr>
        </p:nvSpPr>
        <p:spPr>
          <a:xfrm>
            <a:off x="461645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7" name="Google Shape;317;p52"/>
          <p:cNvSpPr>
            <a:spLocks noGrp="1"/>
          </p:cNvSpPr>
          <p:nvPr>
            <p:ph type="pic" idx="20"/>
          </p:nvPr>
        </p:nvSpPr>
        <p:spPr>
          <a:xfrm>
            <a:off x="461645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18" name="Google Shape;318;p52"/>
          <p:cNvSpPr txBox="1">
            <a:spLocks noGrp="1"/>
          </p:cNvSpPr>
          <p:nvPr>
            <p:ph type="body" idx="21"/>
          </p:nvPr>
        </p:nvSpPr>
        <p:spPr>
          <a:xfrm>
            <a:off x="461645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19" name="Google Shape;319;p52"/>
          <p:cNvSpPr txBox="1">
            <a:spLocks noGrp="1"/>
          </p:cNvSpPr>
          <p:nvPr>
            <p:ph type="body" idx="22"/>
          </p:nvPr>
        </p:nvSpPr>
        <p:spPr>
          <a:xfrm>
            <a:off x="7793038" y="3430380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0" name="Google Shape;320;p52"/>
          <p:cNvSpPr>
            <a:spLocks noGrp="1"/>
          </p:cNvSpPr>
          <p:nvPr>
            <p:ph type="pic" idx="23"/>
          </p:nvPr>
        </p:nvSpPr>
        <p:spPr>
          <a:xfrm>
            <a:off x="7793038" y="1752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21" name="Google Shape;321;p52"/>
          <p:cNvSpPr txBox="1">
            <a:spLocks noGrp="1"/>
          </p:cNvSpPr>
          <p:nvPr>
            <p:ph type="body" idx="24"/>
          </p:nvPr>
        </p:nvSpPr>
        <p:spPr>
          <a:xfrm>
            <a:off x="7793038" y="319470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2" name="Google Shape;322;p52"/>
          <p:cNvSpPr txBox="1">
            <a:spLocks noGrp="1"/>
          </p:cNvSpPr>
          <p:nvPr>
            <p:ph type="body" idx="25"/>
          </p:nvPr>
        </p:nvSpPr>
        <p:spPr>
          <a:xfrm>
            <a:off x="9380539" y="3430380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3" name="Google Shape;323;p52"/>
          <p:cNvSpPr>
            <a:spLocks noGrp="1"/>
          </p:cNvSpPr>
          <p:nvPr>
            <p:ph type="pic" idx="26"/>
          </p:nvPr>
        </p:nvSpPr>
        <p:spPr>
          <a:xfrm>
            <a:off x="9380538" y="1752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24" name="Google Shape;324;p52"/>
          <p:cNvSpPr txBox="1">
            <a:spLocks noGrp="1"/>
          </p:cNvSpPr>
          <p:nvPr>
            <p:ph type="body" idx="27"/>
          </p:nvPr>
        </p:nvSpPr>
        <p:spPr>
          <a:xfrm>
            <a:off x="9380539" y="319470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5" name="Google Shape;325;p52"/>
          <p:cNvSpPr txBox="1">
            <a:spLocks noGrp="1"/>
          </p:cNvSpPr>
          <p:nvPr>
            <p:ph type="body" idx="28"/>
          </p:nvPr>
        </p:nvSpPr>
        <p:spPr>
          <a:xfrm>
            <a:off x="6205537" y="3430380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6" name="Google Shape;326;p52"/>
          <p:cNvSpPr>
            <a:spLocks noGrp="1"/>
          </p:cNvSpPr>
          <p:nvPr>
            <p:ph type="pic" idx="29"/>
          </p:nvPr>
        </p:nvSpPr>
        <p:spPr>
          <a:xfrm>
            <a:off x="6205538" y="1752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27" name="Google Shape;327;p52"/>
          <p:cNvSpPr txBox="1">
            <a:spLocks noGrp="1"/>
          </p:cNvSpPr>
          <p:nvPr>
            <p:ph type="body" idx="30"/>
          </p:nvPr>
        </p:nvSpPr>
        <p:spPr>
          <a:xfrm>
            <a:off x="6205537" y="319470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8" name="Google Shape;328;p52"/>
          <p:cNvSpPr txBox="1">
            <a:spLocks noGrp="1"/>
          </p:cNvSpPr>
          <p:nvPr>
            <p:ph type="body" idx="31"/>
          </p:nvPr>
        </p:nvSpPr>
        <p:spPr>
          <a:xfrm>
            <a:off x="1443038" y="3430380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9" name="Google Shape;329;p52"/>
          <p:cNvSpPr>
            <a:spLocks noGrp="1"/>
          </p:cNvSpPr>
          <p:nvPr>
            <p:ph type="pic" idx="32"/>
          </p:nvPr>
        </p:nvSpPr>
        <p:spPr>
          <a:xfrm>
            <a:off x="1443038" y="1752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30" name="Google Shape;330;p52"/>
          <p:cNvSpPr txBox="1">
            <a:spLocks noGrp="1"/>
          </p:cNvSpPr>
          <p:nvPr>
            <p:ph type="body" idx="33"/>
          </p:nvPr>
        </p:nvSpPr>
        <p:spPr>
          <a:xfrm>
            <a:off x="1443038" y="319470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1" name="Google Shape;331;p52"/>
          <p:cNvSpPr txBox="1">
            <a:spLocks noGrp="1"/>
          </p:cNvSpPr>
          <p:nvPr>
            <p:ph type="body" idx="34"/>
          </p:nvPr>
        </p:nvSpPr>
        <p:spPr>
          <a:xfrm>
            <a:off x="3030535" y="3430380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2" name="Google Shape;332;p52"/>
          <p:cNvSpPr>
            <a:spLocks noGrp="1"/>
          </p:cNvSpPr>
          <p:nvPr>
            <p:ph type="pic" idx="35"/>
          </p:nvPr>
        </p:nvSpPr>
        <p:spPr>
          <a:xfrm>
            <a:off x="3030538" y="1752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33" name="Google Shape;333;p52"/>
          <p:cNvSpPr txBox="1">
            <a:spLocks noGrp="1"/>
          </p:cNvSpPr>
          <p:nvPr>
            <p:ph type="body" idx="36"/>
          </p:nvPr>
        </p:nvSpPr>
        <p:spPr>
          <a:xfrm>
            <a:off x="3030535" y="319470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4" name="Google Shape;334;p52"/>
          <p:cNvSpPr txBox="1">
            <a:spLocks noGrp="1"/>
          </p:cNvSpPr>
          <p:nvPr>
            <p:ph type="body" idx="37"/>
          </p:nvPr>
        </p:nvSpPr>
        <p:spPr>
          <a:xfrm>
            <a:off x="4618036" y="3430380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5" name="Google Shape;335;p52"/>
          <p:cNvSpPr>
            <a:spLocks noGrp="1"/>
          </p:cNvSpPr>
          <p:nvPr>
            <p:ph type="pic" idx="38"/>
          </p:nvPr>
        </p:nvSpPr>
        <p:spPr>
          <a:xfrm>
            <a:off x="4618038" y="1752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36" name="Google Shape;336;p52"/>
          <p:cNvSpPr txBox="1">
            <a:spLocks noGrp="1"/>
          </p:cNvSpPr>
          <p:nvPr>
            <p:ph type="body" idx="39"/>
          </p:nvPr>
        </p:nvSpPr>
        <p:spPr>
          <a:xfrm>
            <a:off x="4618036" y="319470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7" name="Google Shape;337;p52"/>
          <p:cNvSpPr/>
          <p:nvPr/>
        </p:nvSpPr>
        <p:spPr>
          <a:xfrm rot="10800000" flipH="1">
            <a:off x="381000" y="6477000"/>
            <a:ext cx="11430000" cy="457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8" name="Google Shape;338;p52"/>
          <p:cNvSpPr txBox="1">
            <a:spLocks noGrp="1"/>
          </p:cNvSpPr>
          <p:nvPr>
            <p:ph type="body" idx="40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 b="1" i="0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9" name="Google Shape;339;p52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Montserrat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">
          <p15:clr>
            <a:srgbClr val="FBAE40"/>
          </p15:clr>
        </p15:guide>
        <p15:guide id="2" orient="horz" pos="1704">
          <p15:clr>
            <a:srgbClr val="FBAE40"/>
          </p15:clr>
        </p15:guide>
        <p15:guide id="3" orient="horz" pos="3240">
          <p15:clr>
            <a:srgbClr val="FBAE40"/>
          </p15:clr>
        </p15:guide>
        <p15:guide id="4" orient="horz" pos="2304">
          <p15:clr>
            <a:srgbClr val="FBAE40"/>
          </p15:clr>
        </p15:guide>
        <p15:guide id="5" orient="horz" pos="1104">
          <p15:clr>
            <a:srgbClr val="FBAE40"/>
          </p15:clr>
        </p15:guide>
        <p15:guide id="6" pos="7272">
          <p15:clr>
            <a:srgbClr val="FBAE40"/>
          </p15:clr>
        </p15:guide>
        <p15:guide id="7" pos="408">
          <p15:clr>
            <a:srgbClr val="FBAE40"/>
          </p15:clr>
        </p15:guide>
        <p15:guide id="8" orient="horz" pos="2688">
          <p15:clr>
            <a:srgbClr val="FBAE40"/>
          </p15:clr>
        </p15:guide>
        <p15:guide id="9" orient="horz" pos="3912">
          <p15:clr>
            <a:srgbClr val="FBAE40"/>
          </p15:clr>
        </p15:guide>
        <p15:guide id="10" pos="6773">
          <p15:clr>
            <a:srgbClr val="FBAE40"/>
          </p15:clr>
        </p15:guide>
        <p15:guide id="11" pos="908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eople's Layout 6x7">
  <p:cSld name="People's Layout 6x7">
    <p:bg>
      <p:bgPr>
        <a:solidFill>
          <a:schemeClr val="dk2"/>
        </a:solidFill>
        <a:effectLst/>
      </p:bgPr>
    </p:bg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53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2" name="Google Shape;342;p53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3" name="Google Shape;343;p53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4" name="Google Shape;344;p53"/>
          <p:cNvSpPr txBox="1">
            <a:spLocks noGrp="1"/>
          </p:cNvSpPr>
          <p:nvPr>
            <p:ph type="body" idx="1"/>
          </p:nvPr>
        </p:nvSpPr>
        <p:spPr>
          <a:xfrm>
            <a:off x="69977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5" name="Google Shape;345;p53"/>
          <p:cNvSpPr>
            <a:spLocks noGrp="1"/>
          </p:cNvSpPr>
          <p:nvPr>
            <p:ph type="pic" idx="2"/>
          </p:nvPr>
        </p:nvSpPr>
        <p:spPr>
          <a:xfrm>
            <a:off x="69977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46" name="Google Shape;346;p53"/>
          <p:cNvSpPr txBox="1">
            <a:spLocks noGrp="1"/>
          </p:cNvSpPr>
          <p:nvPr>
            <p:ph type="body" idx="3"/>
          </p:nvPr>
        </p:nvSpPr>
        <p:spPr>
          <a:xfrm>
            <a:off x="69977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7" name="Google Shape;347;p53"/>
          <p:cNvSpPr txBox="1">
            <a:spLocks noGrp="1"/>
          </p:cNvSpPr>
          <p:nvPr>
            <p:ph type="body" idx="4"/>
          </p:nvPr>
        </p:nvSpPr>
        <p:spPr>
          <a:xfrm>
            <a:off x="85852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8" name="Google Shape;348;p53"/>
          <p:cNvSpPr>
            <a:spLocks noGrp="1"/>
          </p:cNvSpPr>
          <p:nvPr>
            <p:ph type="pic" idx="5"/>
          </p:nvPr>
        </p:nvSpPr>
        <p:spPr>
          <a:xfrm>
            <a:off x="85852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49" name="Google Shape;349;p53"/>
          <p:cNvSpPr txBox="1">
            <a:spLocks noGrp="1"/>
          </p:cNvSpPr>
          <p:nvPr>
            <p:ph type="body" idx="6"/>
          </p:nvPr>
        </p:nvSpPr>
        <p:spPr>
          <a:xfrm>
            <a:off x="85852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0" name="Google Shape;350;p53"/>
          <p:cNvSpPr txBox="1">
            <a:spLocks noGrp="1"/>
          </p:cNvSpPr>
          <p:nvPr>
            <p:ph type="body" idx="7"/>
          </p:nvPr>
        </p:nvSpPr>
        <p:spPr>
          <a:xfrm>
            <a:off x="101727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1" name="Google Shape;351;p53"/>
          <p:cNvSpPr>
            <a:spLocks noGrp="1"/>
          </p:cNvSpPr>
          <p:nvPr>
            <p:ph type="pic" idx="8"/>
          </p:nvPr>
        </p:nvSpPr>
        <p:spPr>
          <a:xfrm>
            <a:off x="101727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52" name="Google Shape;352;p53"/>
          <p:cNvSpPr txBox="1">
            <a:spLocks noGrp="1"/>
          </p:cNvSpPr>
          <p:nvPr>
            <p:ph type="body" idx="9"/>
          </p:nvPr>
        </p:nvSpPr>
        <p:spPr>
          <a:xfrm>
            <a:off x="101727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3" name="Google Shape;353;p53"/>
          <p:cNvSpPr txBox="1">
            <a:spLocks noGrp="1"/>
          </p:cNvSpPr>
          <p:nvPr>
            <p:ph type="body" idx="13"/>
          </p:nvPr>
        </p:nvSpPr>
        <p:spPr>
          <a:xfrm>
            <a:off x="54102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4" name="Google Shape;354;p53"/>
          <p:cNvSpPr>
            <a:spLocks noGrp="1"/>
          </p:cNvSpPr>
          <p:nvPr>
            <p:ph type="pic" idx="14"/>
          </p:nvPr>
        </p:nvSpPr>
        <p:spPr>
          <a:xfrm>
            <a:off x="54102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55" name="Google Shape;355;p53"/>
          <p:cNvSpPr txBox="1">
            <a:spLocks noGrp="1"/>
          </p:cNvSpPr>
          <p:nvPr>
            <p:ph type="body" idx="15"/>
          </p:nvPr>
        </p:nvSpPr>
        <p:spPr>
          <a:xfrm>
            <a:off x="54102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6" name="Google Shape;356;p53"/>
          <p:cNvSpPr txBox="1">
            <a:spLocks noGrp="1"/>
          </p:cNvSpPr>
          <p:nvPr>
            <p:ph type="body" idx="16"/>
          </p:nvPr>
        </p:nvSpPr>
        <p:spPr>
          <a:xfrm>
            <a:off x="6477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7" name="Google Shape;357;p53"/>
          <p:cNvSpPr>
            <a:spLocks noGrp="1"/>
          </p:cNvSpPr>
          <p:nvPr>
            <p:ph type="pic" idx="17"/>
          </p:nvPr>
        </p:nvSpPr>
        <p:spPr>
          <a:xfrm>
            <a:off x="6477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58" name="Google Shape;358;p53"/>
          <p:cNvSpPr txBox="1">
            <a:spLocks noGrp="1"/>
          </p:cNvSpPr>
          <p:nvPr>
            <p:ph type="body" idx="18"/>
          </p:nvPr>
        </p:nvSpPr>
        <p:spPr>
          <a:xfrm>
            <a:off x="6477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9" name="Google Shape;359;p53"/>
          <p:cNvSpPr txBox="1">
            <a:spLocks noGrp="1"/>
          </p:cNvSpPr>
          <p:nvPr>
            <p:ph type="body" idx="19"/>
          </p:nvPr>
        </p:nvSpPr>
        <p:spPr>
          <a:xfrm>
            <a:off x="22352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0" name="Google Shape;360;p53"/>
          <p:cNvSpPr>
            <a:spLocks noGrp="1"/>
          </p:cNvSpPr>
          <p:nvPr>
            <p:ph type="pic" idx="20"/>
          </p:nvPr>
        </p:nvSpPr>
        <p:spPr>
          <a:xfrm>
            <a:off x="22352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61" name="Google Shape;361;p53"/>
          <p:cNvSpPr txBox="1">
            <a:spLocks noGrp="1"/>
          </p:cNvSpPr>
          <p:nvPr>
            <p:ph type="body" idx="21"/>
          </p:nvPr>
        </p:nvSpPr>
        <p:spPr>
          <a:xfrm>
            <a:off x="22352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2" name="Google Shape;362;p53"/>
          <p:cNvSpPr txBox="1">
            <a:spLocks noGrp="1"/>
          </p:cNvSpPr>
          <p:nvPr>
            <p:ph type="body" idx="22"/>
          </p:nvPr>
        </p:nvSpPr>
        <p:spPr>
          <a:xfrm>
            <a:off x="38227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3" name="Google Shape;363;p53"/>
          <p:cNvSpPr>
            <a:spLocks noGrp="1"/>
          </p:cNvSpPr>
          <p:nvPr>
            <p:ph type="pic" idx="23"/>
          </p:nvPr>
        </p:nvSpPr>
        <p:spPr>
          <a:xfrm>
            <a:off x="38227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64" name="Google Shape;364;p53"/>
          <p:cNvSpPr txBox="1">
            <a:spLocks noGrp="1"/>
          </p:cNvSpPr>
          <p:nvPr>
            <p:ph type="body" idx="24"/>
          </p:nvPr>
        </p:nvSpPr>
        <p:spPr>
          <a:xfrm>
            <a:off x="38227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5" name="Google Shape;365;p53"/>
          <p:cNvSpPr txBox="1">
            <a:spLocks noGrp="1"/>
          </p:cNvSpPr>
          <p:nvPr>
            <p:ph type="body" idx="25"/>
          </p:nvPr>
        </p:nvSpPr>
        <p:spPr>
          <a:xfrm>
            <a:off x="7793038" y="3430380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6" name="Google Shape;366;p53"/>
          <p:cNvSpPr>
            <a:spLocks noGrp="1"/>
          </p:cNvSpPr>
          <p:nvPr>
            <p:ph type="pic" idx="26"/>
          </p:nvPr>
        </p:nvSpPr>
        <p:spPr>
          <a:xfrm>
            <a:off x="7793038" y="1752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67" name="Google Shape;367;p53"/>
          <p:cNvSpPr txBox="1">
            <a:spLocks noGrp="1"/>
          </p:cNvSpPr>
          <p:nvPr>
            <p:ph type="body" idx="27"/>
          </p:nvPr>
        </p:nvSpPr>
        <p:spPr>
          <a:xfrm>
            <a:off x="7793038" y="319470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8" name="Google Shape;368;p53"/>
          <p:cNvSpPr txBox="1">
            <a:spLocks noGrp="1"/>
          </p:cNvSpPr>
          <p:nvPr>
            <p:ph type="body" idx="28"/>
          </p:nvPr>
        </p:nvSpPr>
        <p:spPr>
          <a:xfrm>
            <a:off x="9380539" y="3430380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9" name="Google Shape;369;p53"/>
          <p:cNvSpPr>
            <a:spLocks noGrp="1"/>
          </p:cNvSpPr>
          <p:nvPr>
            <p:ph type="pic" idx="29"/>
          </p:nvPr>
        </p:nvSpPr>
        <p:spPr>
          <a:xfrm>
            <a:off x="9380538" y="1752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70" name="Google Shape;370;p53"/>
          <p:cNvSpPr txBox="1">
            <a:spLocks noGrp="1"/>
          </p:cNvSpPr>
          <p:nvPr>
            <p:ph type="body" idx="30"/>
          </p:nvPr>
        </p:nvSpPr>
        <p:spPr>
          <a:xfrm>
            <a:off x="9380539" y="319470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1" name="Google Shape;371;p53"/>
          <p:cNvSpPr txBox="1">
            <a:spLocks noGrp="1"/>
          </p:cNvSpPr>
          <p:nvPr>
            <p:ph type="body" idx="31"/>
          </p:nvPr>
        </p:nvSpPr>
        <p:spPr>
          <a:xfrm>
            <a:off x="6205537" y="3430380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2" name="Google Shape;372;p53"/>
          <p:cNvSpPr>
            <a:spLocks noGrp="1"/>
          </p:cNvSpPr>
          <p:nvPr>
            <p:ph type="pic" idx="32"/>
          </p:nvPr>
        </p:nvSpPr>
        <p:spPr>
          <a:xfrm>
            <a:off x="6205538" y="1752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73" name="Google Shape;373;p53"/>
          <p:cNvSpPr txBox="1">
            <a:spLocks noGrp="1"/>
          </p:cNvSpPr>
          <p:nvPr>
            <p:ph type="body" idx="33"/>
          </p:nvPr>
        </p:nvSpPr>
        <p:spPr>
          <a:xfrm>
            <a:off x="6205537" y="319470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4" name="Google Shape;374;p53"/>
          <p:cNvSpPr txBox="1">
            <a:spLocks noGrp="1"/>
          </p:cNvSpPr>
          <p:nvPr>
            <p:ph type="body" idx="34"/>
          </p:nvPr>
        </p:nvSpPr>
        <p:spPr>
          <a:xfrm>
            <a:off x="1443038" y="3430380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5" name="Google Shape;375;p53"/>
          <p:cNvSpPr>
            <a:spLocks noGrp="1"/>
          </p:cNvSpPr>
          <p:nvPr>
            <p:ph type="pic" idx="35"/>
          </p:nvPr>
        </p:nvSpPr>
        <p:spPr>
          <a:xfrm>
            <a:off x="1443038" y="1752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76" name="Google Shape;376;p53"/>
          <p:cNvSpPr txBox="1">
            <a:spLocks noGrp="1"/>
          </p:cNvSpPr>
          <p:nvPr>
            <p:ph type="body" idx="36"/>
          </p:nvPr>
        </p:nvSpPr>
        <p:spPr>
          <a:xfrm>
            <a:off x="1443038" y="319470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7" name="Google Shape;377;p53"/>
          <p:cNvSpPr txBox="1">
            <a:spLocks noGrp="1"/>
          </p:cNvSpPr>
          <p:nvPr>
            <p:ph type="body" idx="37"/>
          </p:nvPr>
        </p:nvSpPr>
        <p:spPr>
          <a:xfrm>
            <a:off x="3030535" y="3430380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8" name="Google Shape;378;p53"/>
          <p:cNvSpPr>
            <a:spLocks noGrp="1"/>
          </p:cNvSpPr>
          <p:nvPr>
            <p:ph type="pic" idx="38"/>
          </p:nvPr>
        </p:nvSpPr>
        <p:spPr>
          <a:xfrm>
            <a:off x="3030538" y="1752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79" name="Google Shape;379;p53"/>
          <p:cNvSpPr txBox="1">
            <a:spLocks noGrp="1"/>
          </p:cNvSpPr>
          <p:nvPr>
            <p:ph type="body" idx="39"/>
          </p:nvPr>
        </p:nvSpPr>
        <p:spPr>
          <a:xfrm>
            <a:off x="3030535" y="319470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0" name="Google Shape;380;p53"/>
          <p:cNvSpPr txBox="1">
            <a:spLocks noGrp="1"/>
          </p:cNvSpPr>
          <p:nvPr>
            <p:ph type="body" idx="40"/>
          </p:nvPr>
        </p:nvSpPr>
        <p:spPr>
          <a:xfrm>
            <a:off x="4618036" y="3430380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1" name="Google Shape;381;p53"/>
          <p:cNvSpPr>
            <a:spLocks noGrp="1"/>
          </p:cNvSpPr>
          <p:nvPr>
            <p:ph type="pic" idx="41"/>
          </p:nvPr>
        </p:nvSpPr>
        <p:spPr>
          <a:xfrm>
            <a:off x="4618038" y="17526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82" name="Google Shape;382;p53"/>
          <p:cNvSpPr txBox="1">
            <a:spLocks noGrp="1"/>
          </p:cNvSpPr>
          <p:nvPr>
            <p:ph type="body" idx="42"/>
          </p:nvPr>
        </p:nvSpPr>
        <p:spPr>
          <a:xfrm>
            <a:off x="4618036" y="319470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3" name="Google Shape;383;p53"/>
          <p:cNvSpPr/>
          <p:nvPr/>
        </p:nvSpPr>
        <p:spPr>
          <a:xfrm rot="10800000" flipH="1">
            <a:off x="381000" y="6477000"/>
            <a:ext cx="11430000" cy="457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84" name="Google Shape;384;p53"/>
          <p:cNvSpPr txBox="1">
            <a:spLocks noGrp="1"/>
          </p:cNvSpPr>
          <p:nvPr>
            <p:ph type="body" idx="43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 b="1" i="0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85" name="Google Shape;385;p53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Montserrat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">
          <p15:clr>
            <a:srgbClr val="FBAE40"/>
          </p15:clr>
        </p15:guide>
        <p15:guide id="2" orient="horz" pos="1704">
          <p15:clr>
            <a:srgbClr val="FBAE40"/>
          </p15:clr>
        </p15:guide>
        <p15:guide id="3" orient="horz" pos="3240">
          <p15:clr>
            <a:srgbClr val="FBAE40"/>
          </p15:clr>
        </p15:guide>
        <p15:guide id="4" orient="horz" pos="2304">
          <p15:clr>
            <a:srgbClr val="FBAE40"/>
          </p15:clr>
        </p15:guide>
        <p15:guide id="5" orient="horz" pos="1104">
          <p15:clr>
            <a:srgbClr val="FBAE40"/>
          </p15:clr>
        </p15:guide>
        <p15:guide id="6" pos="7272">
          <p15:clr>
            <a:srgbClr val="FBAE40"/>
          </p15:clr>
        </p15:guide>
        <p15:guide id="7" pos="408">
          <p15:clr>
            <a:srgbClr val="FBAE40"/>
          </p15:clr>
        </p15:guide>
        <p15:guide id="8" orient="horz" pos="2688">
          <p15:clr>
            <a:srgbClr val="FBAE40"/>
          </p15:clr>
        </p15:guide>
        <p15:guide id="9" orient="horz" pos="3912">
          <p15:clr>
            <a:srgbClr val="FBAE40"/>
          </p15:clr>
        </p15:guide>
        <p15:guide id="10" pos="6773">
          <p15:clr>
            <a:srgbClr val="FBAE40"/>
          </p15:clr>
        </p15:guide>
        <p15:guide id="11" pos="908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eople's Layout 7x6">
  <p:cSld name="People's Layout 7x6">
    <p:bg>
      <p:bgPr>
        <a:solidFill>
          <a:schemeClr val="dk2"/>
        </a:solidFill>
        <a:effectLst/>
      </p:bgPr>
    </p:bg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54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8" name="Google Shape;388;p54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9" name="Google Shape;389;p54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90" name="Google Shape;390;p54"/>
          <p:cNvSpPr txBox="1">
            <a:spLocks noGrp="1"/>
          </p:cNvSpPr>
          <p:nvPr>
            <p:ph type="body" idx="1"/>
          </p:nvPr>
        </p:nvSpPr>
        <p:spPr>
          <a:xfrm>
            <a:off x="779145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1" name="Google Shape;391;p54"/>
          <p:cNvSpPr>
            <a:spLocks noGrp="1"/>
          </p:cNvSpPr>
          <p:nvPr>
            <p:ph type="pic" idx="2"/>
          </p:nvPr>
        </p:nvSpPr>
        <p:spPr>
          <a:xfrm>
            <a:off x="779145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92" name="Google Shape;392;p54"/>
          <p:cNvSpPr txBox="1">
            <a:spLocks noGrp="1"/>
          </p:cNvSpPr>
          <p:nvPr>
            <p:ph type="body" idx="3"/>
          </p:nvPr>
        </p:nvSpPr>
        <p:spPr>
          <a:xfrm>
            <a:off x="779145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3" name="Google Shape;393;p54"/>
          <p:cNvSpPr txBox="1">
            <a:spLocks noGrp="1"/>
          </p:cNvSpPr>
          <p:nvPr>
            <p:ph type="body" idx="4"/>
          </p:nvPr>
        </p:nvSpPr>
        <p:spPr>
          <a:xfrm>
            <a:off x="937895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4" name="Google Shape;394;p54"/>
          <p:cNvSpPr>
            <a:spLocks noGrp="1"/>
          </p:cNvSpPr>
          <p:nvPr>
            <p:ph type="pic" idx="5"/>
          </p:nvPr>
        </p:nvSpPr>
        <p:spPr>
          <a:xfrm>
            <a:off x="937895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95" name="Google Shape;395;p54"/>
          <p:cNvSpPr txBox="1">
            <a:spLocks noGrp="1"/>
          </p:cNvSpPr>
          <p:nvPr>
            <p:ph type="body" idx="6"/>
          </p:nvPr>
        </p:nvSpPr>
        <p:spPr>
          <a:xfrm>
            <a:off x="937895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6" name="Google Shape;396;p54"/>
          <p:cNvSpPr txBox="1">
            <a:spLocks noGrp="1"/>
          </p:cNvSpPr>
          <p:nvPr>
            <p:ph type="body" idx="7"/>
          </p:nvPr>
        </p:nvSpPr>
        <p:spPr>
          <a:xfrm>
            <a:off x="620395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7" name="Google Shape;397;p54"/>
          <p:cNvSpPr>
            <a:spLocks noGrp="1"/>
          </p:cNvSpPr>
          <p:nvPr>
            <p:ph type="pic" idx="8"/>
          </p:nvPr>
        </p:nvSpPr>
        <p:spPr>
          <a:xfrm>
            <a:off x="620395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398" name="Google Shape;398;p54"/>
          <p:cNvSpPr txBox="1">
            <a:spLocks noGrp="1"/>
          </p:cNvSpPr>
          <p:nvPr>
            <p:ph type="body" idx="9"/>
          </p:nvPr>
        </p:nvSpPr>
        <p:spPr>
          <a:xfrm>
            <a:off x="620395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9" name="Google Shape;399;p54"/>
          <p:cNvSpPr txBox="1">
            <a:spLocks noGrp="1"/>
          </p:cNvSpPr>
          <p:nvPr>
            <p:ph type="body" idx="13"/>
          </p:nvPr>
        </p:nvSpPr>
        <p:spPr>
          <a:xfrm>
            <a:off x="144145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0" name="Google Shape;400;p54"/>
          <p:cNvSpPr>
            <a:spLocks noGrp="1"/>
          </p:cNvSpPr>
          <p:nvPr>
            <p:ph type="pic" idx="14"/>
          </p:nvPr>
        </p:nvSpPr>
        <p:spPr>
          <a:xfrm>
            <a:off x="144145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01" name="Google Shape;401;p54"/>
          <p:cNvSpPr txBox="1">
            <a:spLocks noGrp="1"/>
          </p:cNvSpPr>
          <p:nvPr>
            <p:ph type="body" idx="15"/>
          </p:nvPr>
        </p:nvSpPr>
        <p:spPr>
          <a:xfrm>
            <a:off x="144145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2" name="Google Shape;402;p54"/>
          <p:cNvSpPr txBox="1">
            <a:spLocks noGrp="1"/>
          </p:cNvSpPr>
          <p:nvPr>
            <p:ph type="body" idx="16"/>
          </p:nvPr>
        </p:nvSpPr>
        <p:spPr>
          <a:xfrm>
            <a:off x="302895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3" name="Google Shape;403;p54"/>
          <p:cNvSpPr>
            <a:spLocks noGrp="1"/>
          </p:cNvSpPr>
          <p:nvPr>
            <p:ph type="pic" idx="17"/>
          </p:nvPr>
        </p:nvSpPr>
        <p:spPr>
          <a:xfrm>
            <a:off x="302895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04" name="Google Shape;404;p54"/>
          <p:cNvSpPr txBox="1">
            <a:spLocks noGrp="1"/>
          </p:cNvSpPr>
          <p:nvPr>
            <p:ph type="body" idx="18"/>
          </p:nvPr>
        </p:nvSpPr>
        <p:spPr>
          <a:xfrm>
            <a:off x="302895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5" name="Google Shape;405;p54"/>
          <p:cNvSpPr txBox="1">
            <a:spLocks noGrp="1"/>
          </p:cNvSpPr>
          <p:nvPr>
            <p:ph type="body" idx="19"/>
          </p:nvPr>
        </p:nvSpPr>
        <p:spPr>
          <a:xfrm>
            <a:off x="461645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6" name="Google Shape;406;p54"/>
          <p:cNvSpPr>
            <a:spLocks noGrp="1"/>
          </p:cNvSpPr>
          <p:nvPr>
            <p:ph type="pic" idx="20"/>
          </p:nvPr>
        </p:nvSpPr>
        <p:spPr>
          <a:xfrm>
            <a:off x="461645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07" name="Google Shape;407;p54"/>
          <p:cNvSpPr txBox="1">
            <a:spLocks noGrp="1"/>
          </p:cNvSpPr>
          <p:nvPr>
            <p:ph type="body" idx="21"/>
          </p:nvPr>
        </p:nvSpPr>
        <p:spPr>
          <a:xfrm>
            <a:off x="461645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8" name="Google Shape;408;p54"/>
          <p:cNvSpPr/>
          <p:nvPr/>
        </p:nvSpPr>
        <p:spPr>
          <a:xfrm rot="10800000" flipH="1">
            <a:off x="381000" y="6477000"/>
            <a:ext cx="11430000" cy="457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9" name="Google Shape;409;p54"/>
          <p:cNvSpPr txBox="1">
            <a:spLocks noGrp="1"/>
          </p:cNvSpPr>
          <p:nvPr>
            <p:ph type="body" idx="22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 b="1" i="0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p54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Montserrat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1" name="Google Shape;411;p54"/>
          <p:cNvSpPr txBox="1">
            <a:spLocks noGrp="1"/>
          </p:cNvSpPr>
          <p:nvPr>
            <p:ph type="body" idx="23"/>
          </p:nvPr>
        </p:nvSpPr>
        <p:spPr>
          <a:xfrm>
            <a:off x="6997700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2" name="Google Shape;412;p54"/>
          <p:cNvSpPr>
            <a:spLocks noGrp="1"/>
          </p:cNvSpPr>
          <p:nvPr>
            <p:ph type="pic" idx="24"/>
          </p:nvPr>
        </p:nvSpPr>
        <p:spPr>
          <a:xfrm>
            <a:off x="69977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13" name="Google Shape;413;p54"/>
          <p:cNvSpPr txBox="1">
            <a:spLocks noGrp="1"/>
          </p:cNvSpPr>
          <p:nvPr>
            <p:ph type="body" idx="25"/>
          </p:nvPr>
        </p:nvSpPr>
        <p:spPr>
          <a:xfrm>
            <a:off x="6997700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4" name="Google Shape;414;p54"/>
          <p:cNvSpPr txBox="1">
            <a:spLocks noGrp="1"/>
          </p:cNvSpPr>
          <p:nvPr>
            <p:ph type="body" idx="26"/>
          </p:nvPr>
        </p:nvSpPr>
        <p:spPr>
          <a:xfrm>
            <a:off x="8585201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5" name="Google Shape;415;p54"/>
          <p:cNvSpPr>
            <a:spLocks noGrp="1"/>
          </p:cNvSpPr>
          <p:nvPr>
            <p:ph type="pic" idx="27"/>
          </p:nvPr>
        </p:nvSpPr>
        <p:spPr>
          <a:xfrm>
            <a:off x="85852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16" name="Google Shape;416;p54"/>
          <p:cNvSpPr txBox="1">
            <a:spLocks noGrp="1"/>
          </p:cNvSpPr>
          <p:nvPr>
            <p:ph type="body" idx="28"/>
          </p:nvPr>
        </p:nvSpPr>
        <p:spPr>
          <a:xfrm>
            <a:off x="8585201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7" name="Google Shape;417;p54"/>
          <p:cNvSpPr txBox="1">
            <a:spLocks noGrp="1"/>
          </p:cNvSpPr>
          <p:nvPr>
            <p:ph type="body" idx="29"/>
          </p:nvPr>
        </p:nvSpPr>
        <p:spPr>
          <a:xfrm>
            <a:off x="10172700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8" name="Google Shape;418;p54"/>
          <p:cNvSpPr>
            <a:spLocks noGrp="1"/>
          </p:cNvSpPr>
          <p:nvPr>
            <p:ph type="pic" idx="30"/>
          </p:nvPr>
        </p:nvSpPr>
        <p:spPr>
          <a:xfrm>
            <a:off x="101727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19" name="Google Shape;419;p54"/>
          <p:cNvSpPr txBox="1">
            <a:spLocks noGrp="1"/>
          </p:cNvSpPr>
          <p:nvPr>
            <p:ph type="body" idx="31"/>
          </p:nvPr>
        </p:nvSpPr>
        <p:spPr>
          <a:xfrm>
            <a:off x="10172700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0" name="Google Shape;420;p54"/>
          <p:cNvSpPr txBox="1">
            <a:spLocks noGrp="1"/>
          </p:cNvSpPr>
          <p:nvPr>
            <p:ph type="body" idx="32"/>
          </p:nvPr>
        </p:nvSpPr>
        <p:spPr>
          <a:xfrm>
            <a:off x="5410199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1" name="Google Shape;421;p54"/>
          <p:cNvSpPr>
            <a:spLocks noGrp="1"/>
          </p:cNvSpPr>
          <p:nvPr>
            <p:ph type="pic" idx="33"/>
          </p:nvPr>
        </p:nvSpPr>
        <p:spPr>
          <a:xfrm>
            <a:off x="54102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22" name="Google Shape;422;p54"/>
          <p:cNvSpPr txBox="1">
            <a:spLocks noGrp="1"/>
          </p:cNvSpPr>
          <p:nvPr>
            <p:ph type="body" idx="34"/>
          </p:nvPr>
        </p:nvSpPr>
        <p:spPr>
          <a:xfrm>
            <a:off x="5410199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3" name="Google Shape;423;p54"/>
          <p:cNvSpPr txBox="1">
            <a:spLocks noGrp="1"/>
          </p:cNvSpPr>
          <p:nvPr>
            <p:ph type="body" idx="35"/>
          </p:nvPr>
        </p:nvSpPr>
        <p:spPr>
          <a:xfrm>
            <a:off x="647700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4" name="Google Shape;424;p54"/>
          <p:cNvSpPr>
            <a:spLocks noGrp="1"/>
          </p:cNvSpPr>
          <p:nvPr>
            <p:ph type="pic" idx="36"/>
          </p:nvPr>
        </p:nvSpPr>
        <p:spPr>
          <a:xfrm>
            <a:off x="6477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25" name="Google Shape;425;p54"/>
          <p:cNvSpPr txBox="1">
            <a:spLocks noGrp="1"/>
          </p:cNvSpPr>
          <p:nvPr>
            <p:ph type="body" idx="37"/>
          </p:nvPr>
        </p:nvSpPr>
        <p:spPr>
          <a:xfrm>
            <a:off x="647700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6" name="Google Shape;426;p54"/>
          <p:cNvSpPr txBox="1">
            <a:spLocks noGrp="1"/>
          </p:cNvSpPr>
          <p:nvPr>
            <p:ph type="body" idx="38"/>
          </p:nvPr>
        </p:nvSpPr>
        <p:spPr>
          <a:xfrm>
            <a:off x="2235197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7" name="Google Shape;427;p54"/>
          <p:cNvSpPr>
            <a:spLocks noGrp="1"/>
          </p:cNvSpPr>
          <p:nvPr>
            <p:ph type="pic" idx="39"/>
          </p:nvPr>
        </p:nvSpPr>
        <p:spPr>
          <a:xfrm>
            <a:off x="22352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28" name="Google Shape;428;p54"/>
          <p:cNvSpPr txBox="1">
            <a:spLocks noGrp="1"/>
          </p:cNvSpPr>
          <p:nvPr>
            <p:ph type="body" idx="40"/>
          </p:nvPr>
        </p:nvSpPr>
        <p:spPr>
          <a:xfrm>
            <a:off x="2235197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9" name="Google Shape;429;p54"/>
          <p:cNvSpPr txBox="1">
            <a:spLocks noGrp="1"/>
          </p:cNvSpPr>
          <p:nvPr>
            <p:ph type="body" idx="41"/>
          </p:nvPr>
        </p:nvSpPr>
        <p:spPr>
          <a:xfrm>
            <a:off x="3822698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0" name="Google Shape;430;p54"/>
          <p:cNvSpPr>
            <a:spLocks noGrp="1"/>
          </p:cNvSpPr>
          <p:nvPr>
            <p:ph type="pic" idx="42"/>
          </p:nvPr>
        </p:nvSpPr>
        <p:spPr>
          <a:xfrm>
            <a:off x="38227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31" name="Google Shape;431;p54"/>
          <p:cNvSpPr txBox="1">
            <a:spLocks noGrp="1"/>
          </p:cNvSpPr>
          <p:nvPr>
            <p:ph type="body" idx="43"/>
          </p:nvPr>
        </p:nvSpPr>
        <p:spPr>
          <a:xfrm>
            <a:off x="3822698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">
          <p15:clr>
            <a:srgbClr val="FBAE40"/>
          </p15:clr>
        </p15:guide>
        <p15:guide id="2" orient="horz" pos="1704">
          <p15:clr>
            <a:srgbClr val="FBAE40"/>
          </p15:clr>
        </p15:guide>
        <p15:guide id="3" orient="horz" pos="3240">
          <p15:clr>
            <a:srgbClr val="FBAE40"/>
          </p15:clr>
        </p15:guide>
        <p15:guide id="4" orient="horz" pos="2304">
          <p15:clr>
            <a:srgbClr val="FBAE40"/>
          </p15:clr>
        </p15:guide>
        <p15:guide id="5" orient="horz" pos="1104">
          <p15:clr>
            <a:srgbClr val="FBAE40"/>
          </p15:clr>
        </p15:guide>
        <p15:guide id="6" pos="7272">
          <p15:clr>
            <a:srgbClr val="FBAE40"/>
          </p15:clr>
        </p15:guide>
        <p15:guide id="7" pos="408">
          <p15:clr>
            <a:srgbClr val="FBAE40"/>
          </p15:clr>
        </p15:guide>
        <p15:guide id="8" orient="horz" pos="2688">
          <p15:clr>
            <a:srgbClr val="FBAE40"/>
          </p15:clr>
        </p15:guide>
        <p15:guide id="9" orient="horz" pos="3912">
          <p15:clr>
            <a:srgbClr val="FBAE40"/>
          </p15:clr>
        </p15:guide>
        <p15:guide id="10" pos="6774">
          <p15:clr>
            <a:srgbClr val="FBAE40"/>
          </p15:clr>
        </p15:guide>
        <p15:guide id="11" pos="906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eople's Layout 7x7">
  <p:cSld name="People's Layout 7x7">
    <p:bg>
      <p:bgPr>
        <a:solidFill>
          <a:schemeClr val="dk2"/>
        </a:solid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55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55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55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lvl="1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lvl="2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lvl="3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lvl="4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lvl="5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lvl="6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lvl="7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lvl="8" indent="0" algn="r">
              <a:spcBef>
                <a:spcPts val="0"/>
              </a:spcBef>
              <a:buNone/>
              <a:defRPr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36" name="Google Shape;436;p55"/>
          <p:cNvSpPr txBox="1">
            <a:spLocks noGrp="1"/>
          </p:cNvSpPr>
          <p:nvPr>
            <p:ph type="body" idx="1"/>
          </p:nvPr>
        </p:nvSpPr>
        <p:spPr>
          <a:xfrm>
            <a:off x="69977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7" name="Google Shape;437;p55"/>
          <p:cNvSpPr>
            <a:spLocks noGrp="1"/>
          </p:cNvSpPr>
          <p:nvPr>
            <p:ph type="pic" idx="2"/>
          </p:nvPr>
        </p:nvSpPr>
        <p:spPr>
          <a:xfrm>
            <a:off x="69977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38" name="Google Shape;438;p55"/>
          <p:cNvSpPr txBox="1">
            <a:spLocks noGrp="1"/>
          </p:cNvSpPr>
          <p:nvPr>
            <p:ph type="body" idx="3"/>
          </p:nvPr>
        </p:nvSpPr>
        <p:spPr>
          <a:xfrm>
            <a:off x="69977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39" name="Google Shape;439;p55"/>
          <p:cNvSpPr txBox="1">
            <a:spLocks noGrp="1"/>
          </p:cNvSpPr>
          <p:nvPr>
            <p:ph type="body" idx="4"/>
          </p:nvPr>
        </p:nvSpPr>
        <p:spPr>
          <a:xfrm>
            <a:off x="85852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0" name="Google Shape;440;p55"/>
          <p:cNvSpPr>
            <a:spLocks noGrp="1"/>
          </p:cNvSpPr>
          <p:nvPr>
            <p:ph type="pic" idx="5"/>
          </p:nvPr>
        </p:nvSpPr>
        <p:spPr>
          <a:xfrm>
            <a:off x="85852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41" name="Google Shape;441;p55"/>
          <p:cNvSpPr txBox="1">
            <a:spLocks noGrp="1"/>
          </p:cNvSpPr>
          <p:nvPr>
            <p:ph type="body" idx="6"/>
          </p:nvPr>
        </p:nvSpPr>
        <p:spPr>
          <a:xfrm>
            <a:off x="85852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2" name="Google Shape;442;p55"/>
          <p:cNvSpPr txBox="1">
            <a:spLocks noGrp="1"/>
          </p:cNvSpPr>
          <p:nvPr>
            <p:ph type="body" idx="7"/>
          </p:nvPr>
        </p:nvSpPr>
        <p:spPr>
          <a:xfrm>
            <a:off x="101727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3" name="Google Shape;443;p55"/>
          <p:cNvSpPr>
            <a:spLocks noGrp="1"/>
          </p:cNvSpPr>
          <p:nvPr>
            <p:ph type="pic" idx="8"/>
          </p:nvPr>
        </p:nvSpPr>
        <p:spPr>
          <a:xfrm>
            <a:off x="101727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44" name="Google Shape;444;p55"/>
          <p:cNvSpPr txBox="1">
            <a:spLocks noGrp="1"/>
          </p:cNvSpPr>
          <p:nvPr>
            <p:ph type="body" idx="9"/>
          </p:nvPr>
        </p:nvSpPr>
        <p:spPr>
          <a:xfrm>
            <a:off x="101727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5" name="Google Shape;445;p55"/>
          <p:cNvSpPr txBox="1">
            <a:spLocks noGrp="1"/>
          </p:cNvSpPr>
          <p:nvPr>
            <p:ph type="body" idx="13"/>
          </p:nvPr>
        </p:nvSpPr>
        <p:spPr>
          <a:xfrm>
            <a:off x="54102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6" name="Google Shape;446;p55"/>
          <p:cNvSpPr>
            <a:spLocks noGrp="1"/>
          </p:cNvSpPr>
          <p:nvPr>
            <p:ph type="pic" idx="14"/>
          </p:nvPr>
        </p:nvSpPr>
        <p:spPr>
          <a:xfrm>
            <a:off x="54102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47" name="Google Shape;447;p55"/>
          <p:cNvSpPr txBox="1">
            <a:spLocks noGrp="1"/>
          </p:cNvSpPr>
          <p:nvPr>
            <p:ph type="body" idx="15"/>
          </p:nvPr>
        </p:nvSpPr>
        <p:spPr>
          <a:xfrm>
            <a:off x="54102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8" name="Google Shape;448;p55"/>
          <p:cNvSpPr txBox="1">
            <a:spLocks noGrp="1"/>
          </p:cNvSpPr>
          <p:nvPr>
            <p:ph type="body" idx="16"/>
          </p:nvPr>
        </p:nvSpPr>
        <p:spPr>
          <a:xfrm>
            <a:off x="6477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9" name="Google Shape;449;p55"/>
          <p:cNvSpPr>
            <a:spLocks noGrp="1"/>
          </p:cNvSpPr>
          <p:nvPr>
            <p:ph type="pic" idx="17"/>
          </p:nvPr>
        </p:nvSpPr>
        <p:spPr>
          <a:xfrm>
            <a:off x="6477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50" name="Google Shape;450;p55"/>
          <p:cNvSpPr txBox="1">
            <a:spLocks noGrp="1"/>
          </p:cNvSpPr>
          <p:nvPr>
            <p:ph type="body" idx="18"/>
          </p:nvPr>
        </p:nvSpPr>
        <p:spPr>
          <a:xfrm>
            <a:off x="6477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1" name="Google Shape;451;p55"/>
          <p:cNvSpPr txBox="1">
            <a:spLocks noGrp="1"/>
          </p:cNvSpPr>
          <p:nvPr>
            <p:ph type="body" idx="19"/>
          </p:nvPr>
        </p:nvSpPr>
        <p:spPr>
          <a:xfrm>
            <a:off x="22352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2" name="Google Shape;452;p55"/>
          <p:cNvSpPr>
            <a:spLocks noGrp="1"/>
          </p:cNvSpPr>
          <p:nvPr>
            <p:ph type="pic" idx="20"/>
          </p:nvPr>
        </p:nvSpPr>
        <p:spPr>
          <a:xfrm>
            <a:off x="22352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53" name="Google Shape;453;p55"/>
          <p:cNvSpPr txBox="1">
            <a:spLocks noGrp="1"/>
          </p:cNvSpPr>
          <p:nvPr>
            <p:ph type="body" idx="21"/>
          </p:nvPr>
        </p:nvSpPr>
        <p:spPr>
          <a:xfrm>
            <a:off x="22352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4" name="Google Shape;454;p55"/>
          <p:cNvSpPr txBox="1">
            <a:spLocks noGrp="1"/>
          </p:cNvSpPr>
          <p:nvPr>
            <p:ph type="body" idx="22"/>
          </p:nvPr>
        </p:nvSpPr>
        <p:spPr>
          <a:xfrm>
            <a:off x="3822700" y="5986145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5" name="Google Shape;455;p55"/>
          <p:cNvSpPr>
            <a:spLocks noGrp="1"/>
          </p:cNvSpPr>
          <p:nvPr>
            <p:ph type="pic" idx="23"/>
          </p:nvPr>
        </p:nvSpPr>
        <p:spPr>
          <a:xfrm>
            <a:off x="3822700" y="4267200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56" name="Google Shape;456;p55"/>
          <p:cNvSpPr txBox="1">
            <a:spLocks noGrp="1"/>
          </p:cNvSpPr>
          <p:nvPr>
            <p:ph type="body" idx="24"/>
          </p:nvPr>
        </p:nvSpPr>
        <p:spPr>
          <a:xfrm>
            <a:off x="3822700" y="5749856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7" name="Google Shape;457;p55"/>
          <p:cNvSpPr txBox="1">
            <a:spLocks noGrp="1"/>
          </p:cNvSpPr>
          <p:nvPr>
            <p:ph type="body" idx="25"/>
          </p:nvPr>
        </p:nvSpPr>
        <p:spPr>
          <a:xfrm>
            <a:off x="6997700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8" name="Google Shape;458;p55"/>
          <p:cNvSpPr>
            <a:spLocks noGrp="1"/>
          </p:cNvSpPr>
          <p:nvPr>
            <p:ph type="pic" idx="26"/>
          </p:nvPr>
        </p:nvSpPr>
        <p:spPr>
          <a:xfrm>
            <a:off x="69977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59" name="Google Shape;459;p55"/>
          <p:cNvSpPr txBox="1">
            <a:spLocks noGrp="1"/>
          </p:cNvSpPr>
          <p:nvPr>
            <p:ph type="body" idx="27"/>
          </p:nvPr>
        </p:nvSpPr>
        <p:spPr>
          <a:xfrm>
            <a:off x="6997700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0" name="Google Shape;460;p55"/>
          <p:cNvSpPr txBox="1">
            <a:spLocks noGrp="1"/>
          </p:cNvSpPr>
          <p:nvPr>
            <p:ph type="body" idx="28"/>
          </p:nvPr>
        </p:nvSpPr>
        <p:spPr>
          <a:xfrm>
            <a:off x="8585201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1" name="Google Shape;461;p55"/>
          <p:cNvSpPr>
            <a:spLocks noGrp="1"/>
          </p:cNvSpPr>
          <p:nvPr>
            <p:ph type="pic" idx="29"/>
          </p:nvPr>
        </p:nvSpPr>
        <p:spPr>
          <a:xfrm>
            <a:off x="85852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62" name="Google Shape;462;p55"/>
          <p:cNvSpPr txBox="1">
            <a:spLocks noGrp="1"/>
          </p:cNvSpPr>
          <p:nvPr>
            <p:ph type="body" idx="30"/>
          </p:nvPr>
        </p:nvSpPr>
        <p:spPr>
          <a:xfrm>
            <a:off x="8585201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3" name="Google Shape;463;p55"/>
          <p:cNvSpPr txBox="1">
            <a:spLocks noGrp="1"/>
          </p:cNvSpPr>
          <p:nvPr>
            <p:ph type="body" idx="31"/>
          </p:nvPr>
        </p:nvSpPr>
        <p:spPr>
          <a:xfrm>
            <a:off x="10172700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4" name="Google Shape;464;p55"/>
          <p:cNvSpPr>
            <a:spLocks noGrp="1"/>
          </p:cNvSpPr>
          <p:nvPr>
            <p:ph type="pic" idx="32"/>
          </p:nvPr>
        </p:nvSpPr>
        <p:spPr>
          <a:xfrm>
            <a:off x="101727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65" name="Google Shape;465;p55"/>
          <p:cNvSpPr txBox="1">
            <a:spLocks noGrp="1"/>
          </p:cNvSpPr>
          <p:nvPr>
            <p:ph type="body" idx="33"/>
          </p:nvPr>
        </p:nvSpPr>
        <p:spPr>
          <a:xfrm>
            <a:off x="10172700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6" name="Google Shape;466;p55"/>
          <p:cNvSpPr txBox="1">
            <a:spLocks noGrp="1"/>
          </p:cNvSpPr>
          <p:nvPr>
            <p:ph type="body" idx="34"/>
          </p:nvPr>
        </p:nvSpPr>
        <p:spPr>
          <a:xfrm>
            <a:off x="5410199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7" name="Google Shape;467;p55"/>
          <p:cNvSpPr>
            <a:spLocks noGrp="1"/>
          </p:cNvSpPr>
          <p:nvPr>
            <p:ph type="pic" idx="35"/>
          </p:nvPr>
        </p:nvSpPr>
        <p:spPr>
          <a:xfrm>
            <a:off x="54102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68" name="Google Shape;468;p55"/>
          <p:cNvSpPr txBox="1">
            <a:spLocks noGrp="1"/>
          </p:cNvSpPr>
          <p:nvPr>
            <p:ph type="body" idx="36"/>
          </p:nvPr>
        </p:nvSpPr>
        <p:spPr>
          <a:xfrm>
            <a:off x="5410199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9" name="Google Shape;469;p55"/>
          <p:cNvSpPr txBox="1">
            <a:spLocks noGrp="1"/>
          </p:cNvSpPr>
          <p:nvPr>
            <p:ph type="body" idx="37"/>
          </p:nvPr>
        </p:nvSpPr>
        <p:spPr>
          <a:xfrm>
            <a:off x="647700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0" name="Google Shape;470;p55"/>
          <p:cNvSpPr>
            <a:spLocks noGrp="1"/>
          </p:cNvSpPr>
          <p:nvPr>
            <p:ph type="pic" idx="38"/>
          </p:nvPr>
        </p:nvSpPr>
        <p:spPr>
          <a:xfrm>
            <a:off x="6477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71" name="Google Shape;471;p55"/>
          <p:cNvSpPr txBox="1">
            <a:spLocks noGrp="1"/>
          </p:cNvSpPr>
          <p:nvPr>
            <p:ph type="body" idx="39"/>
          </p:nvPr>
        </p:nvSpPr>
        <p:spPr>
          <a:xfrm>
            <a:off x="647700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2" name="Google Shape;472;p55"/>
          <p:cNvSpPr txBox="1">
            <a:spLocks noGrp="1"/>
          </p:cNvSpPr>
          <p:nvPr>
            <p:ph type="body" idx="40"/>
          </p:nvPr>
        </p:nvSpPr>
        <p:spPr>
          <a:xfrm>
            <a:off x="2235197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3" name="Google Shape;473;p55"/>
          <p:cNvSpPr>
            <a:spLocks noGrp="1"/>
          </p:cNvSpPr>
          <p:nvPr>
            <p:ph type="pic" idx="41"/>
          </p:nvPr>
        </p:nvSpPr>
        <p:spPr>
          <a:xfrm>
            <a:off x="22352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74" name="Google Shape;474;p55"/>
          <p:cNvSpPr txBox="1">
            <a:spLocks noGrp="1"/>
          </p:cNvSpPr>
          <p:nvPr>
            <p:ph type="body" idx="42"/>
          </p:nvPr>
        </p:nvSpPr>
        <p:spPr>
          <a:xfrm>
            <a:off x="2235197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5" name="Google Shape;475;p55"/>
          <p:cNvSpPr txBox="1">
            <a:spLocks noGrp="1"/>
          </p:cNvSpPr>
          <p:nvPr>
            <p:ph type="body" idx="43"/>
          </p:nvPr>
        </p:nvSpPr>
        <p:spPr>
          <a:xfrm>
            <a:off x="3822698" y="3430926"/>
            <a:ext cx="1371600" cy="2241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 b="0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6" name="Google Shape;476;p55"/>
          <p:cNvSpPr>
            <a:spLocks noGrp="1"/>
          </p:cNvSpPr>
          <p:nvPr>
            <p:ph type="pic" idx="44"/>
          </p:nvPr>
        </p:nvSpPr>
        <p:spPr>
          <a:xfrm>
            <a:off x="3822700" y="1753146"/>
            <a:ext cx="1371600" cy="1371600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srgbClr val="000000">
                <a:alpha val="40000"/>
              </a:srgbClr>
            </a:outerShdw>
          </a:effectLst>
        </p:spPr>
      </p:sp>
      <p:sp>
        <p:nvSpPr>
          <p:cNvPr id="477" name="Google Shape;477;p55"/>
          <p:cNvSpPr txBox="1">
            <a:spLocks noGrp="1"/>
          </p:cNvSpPr>
          <p:nvPr>
            <p:ph type="body" idx="45"/>
          </p:nvPr>
        </p:nvSpPr>
        <p:spPr>
          <a:xfrm>
            <a:off x="3822698" y="3195252"/>
            <a:ext cx="1371600" cy="225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286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 b="1" i="0"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78" name="Google Shape;478;p55"/>
          <p:cNvSpPr/>
          <p:nvPr/>
        </p:nvSpPr>
        <p:spPr>
          <a:xfrm rot="10800000" flipH="1">
            <a:off x="381000" y="6477000"/>
            <a:ext cx="11430000" cy="4572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79" name="Google Shape;479;p55"/>
          <p:cNvSpPr txBox="1">
            <a:spLocks noGrp="1"/>
          </p:cNvSpPr>
          <p:nvPr>
            <p:ph type="body" idx="46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 b="1" i="0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0" name="Google Shape;480;p55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Montserrat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4">
          <p15:clr>
            <a:srgbClr val="FBAE40"/>
          </p15:clr>
        </p15:guide>
        <p15:guide id="2" orient="horz" pos="1704">
          <p15:clr>
            <a:srgbClr val="FBAE40"/>
          </p15:clr>
        </p15:guide>
        <p15:guide id="3" orient="horz" pos="3240">
          <p15:clr>
            <a:srgbClr val="FBAE40"/>
          </p15:clr>
        </p15:guide>
        <p15:guide id="4" orient="horz" pos="2304">
          <p15:clr>
            <a:srgbClr val="FBAE40"/>
          </p15:clr>
        </p15:guide>
        <p15:guide id="5" orient="horz" pos="1104">
          <p15:clr>
            <a:srgbClr val="FBAE40"/>
          </p15:clr>
        </p15:guide>
        <p15:guide id="6" pos="7272">
          <p15:clr>
            <a:srgbClr val="FBAE40"/>
          </p15:clr>
        </p15:guide>
        <p15:guide id="7" pos="408">
          <p15:clr>
            <a:srgbClr val="FBAE40"/>
          </p15:clr>
        </p15:guide>
        <p15:guide id="8" orient="horz" pos="2688">
          <p15:clr>
            <a:srgbClr val="FBAE40"/>
          </p15:clr>
        </p15:guide>
        <p15:guide id="9" orient="horz" pos="3912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5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3" name="Google Shape;483;p56"/>
          <p:cNvSpPr txBox="1">
            <a:spLocks noGrp="1"/>
          </p:cNvSpPr>
          <p:nvPr>
            <p:ph type="body" idx="1"/>
          </p:nvPr>
        </p:nvSpPr>
        <p:spPr>
          <a:xfrm>
            <a:off x="5183188" y="952501"/>
            <a:ext cx="6172200" cy="4908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4318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3200"/>
              <a:buChar char="▪"/>
              <a:defRPr sz="3200"/>
            </a:lvl1pPr>
            <a:lvl2pPr marL="914400" lvl="1" indent="-4064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400"/>
              <a:buChar char="▪"/>
              <a:defRPr sz="2400"/>
            </a:lvl3pPr>
            <a:lvl4pPr marL="1828800" lvl="3" indent="-355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2000"/>
              <a:buChar char="▪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484" name="Google Shape;484;p5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85" name="Google Shape;485;p56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6" name="Google Shape;486;p56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7" name="Google Shape;487;p56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5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Montserrat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0" name="Google Shape;490;p57"/>
          <p:cNvSpPr>
            <a:spLocks noGrp="1"/>
          </p:cNvSpPr>
          <p:nvPr>
            <p:ph type="pic" idx="2"/>
          </p:nvPr>
        </p:nvSpPr>
        <p:spPr>
          <a:xfrm>
            <a:off x="5183188" y="952501"/>
            <a:ext cx="6172200" cy="490855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5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492" name="Google Shape;492;p57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3" name="Google Shape;493;p57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4" name="Google Shape;494;p57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>
  <p:cSld name="Title and Vertical Text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58"/>
          <p:cNvSpPr txBox="1">
            <a:spLocks noGrp="1"/>
          </p:cNvSpPr>
          <p:nvPr>
            <p:ph type="body" idx="1"/>
          </p:nvPr>
        </p:nvSpPr>
        <p:spPr>
          <a:xfrm rot="5400000">
            <a:off x="3619500" y="-1790700"/>
            <a:ext cx="4953000" cy="11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7" name="Google Shape;497;p58"/>
          <p:cNvSpPr txBox="1">
            <a:spLocks noGrp="1"/>
          </p:cNvSpPr>
          <p:nvPr>
            <p:ph type="body" idx="2"/>
          </p:nvPr>
        </p:nvSpPr>
        <p:spPr>
          <a:xfrm>
            <a:off x="381000" y="952500"/>
            <a:ext cx="11429999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2200"/>
              <a:buNone/>
              <a:defRPr sz="2200" b="1" i="0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lvl="1" indent="-355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8" name="Google Shape;498;p58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9" name="Google Shape;499;p58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0" name="Google Shape;500;p58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1" name="Google Shape;501;p58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59"/>
          <p:cNvSpPr txBox="1">
            <a:spLocks noGrp="1"/>
          </p:cNvSpPr>
          <p:nvPr>
            <p:ph type="title"/>
          </p:nvPr>
        </p:nvSpPr>
        <p:spPr>
          <a:xfrm rot="5400000">
            <a:off x="7315199" y="2133600"/>
            <a:ext cx="5448301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4" name="Google Shape;504;p59"/>
          <p:cNvSpPr txBox="1">
            <a:spLocks noGrp="1"/>
          </p:cNvSpPr>
          <p:nvPr>
            <p:ph type="body" idx="1"/>
          </p:nvPr>
        </p:nvSpPr>
        <p:spPr>
          <a:xfrm rot="5400000">
            <a:off x="1981200" y="-419100"/>
            <a:ext cx="5448300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lvl="0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1pPr>
            <a:lvl2pPr marL="914400" lvl="1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3pPr>
            <a:lvl4pPr marL="1828800" lvl="3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5" name="Google Shape;505;p59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6" name="Google Shape;506;p59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7" name="Google Shape;507;p59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56">
          <p15:clr>
            <a:srgbClr val="FBAE40"/>
          </p15:clr>
        </p15:guide>
        <p15:guide id="2" orient="horz" pos="3888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18" Type="http://schemas.openxmlformats.org/officeDocument/2006/relationships/slideLayout" Target="../slideLayouts/slideLayout19.xml"/><Relationship Id="rId26" Type="http://schemas.openxmlformats.org/officeDocument/2006/relationships/slideLayout" Target="../slideLayouts/slideLayout27.xml"/><Relationship Id="rId3" Type="http://schemas.openxmlformats.org/officeDocument/2006/relationships/slideLayout" Target="../slideLayouts/slideLayout4.xml"/><Relationship Id="rId21" Type="http://schemas.openxmlformats.org/officeDocument/2006/relationships/slideLayout" Target="../slideLayouts/slideLayout22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8.xml"/><Relationship Id="rId25" Type="http://schemas.openxmlformats.org/officeDocument/2006/relationships/slideLayout" Target="../slideLayouts/slideLayout26.xml"/><Relationship Id="rId2" Type="http://schemas.openxmlformats.org/officeDocument/2006/relationships/slideLayout" Target="../slideLayouts/slideLayout3.xml"/><Relationship Id="rId16" Type="http://schemas.openxmlformats.org/officeDocument/2006/relationships/slideLayout" Target="../slideLayouts/slideLayout17.xml"/><Relationship Id="rId20" Type="http://schemas.openxmlformats.org/officeDocument/2006/relationships/slideLayout" Target="../slideLayouts/slideLayout21.xml"/><Relationship Id="rId29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2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6.xml"/><Relationship Id="rId23" Type="http://schemas.openxmlformats.org/officeDocument/2006/relationships/slideLayout" Target="../slideLayouts/slideLayout24.xml"/><Relationship Id="rId28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11.xml"/><Relationship Id="rId19" Type="http://schemas.openxmlformats.org/officeDocument/2006/relationships/slideLayout" Target="../slideLayouts/slideLayout20.xml"/><Relationship Id="rId31" Type="http://schemas.openxmlformats.org/officeDocument/2006/relationships/theme" Target="../theme/theme2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Relationship Id="rId22" Type="http://schemas.openxmlformats.org/officeDocument/2006/relationships/slideLayout" Target="../slideLayouts/slideLayout23.xml"/><Relationship Id="rId27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8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Montserrat"/>
              <a:buNone/>
              <a:defRPr sz="3200" b="1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8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2" name="Google Shape;12;p28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3" name="Google Shape;13;p28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" name="Google Shape;14;p28"/>
          <p:cNvSpPr/>
          <p:nvPr/>
        </p:nvSpPr>
        <p:spPr>
          <a:xfrm rot="10800000" flipH="1">
            <a:off x="380999" y="335277"/>
            <a:ext cx="10039351" cy="4571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" name="Google Shape;15;p28"/>
          <p:cNvSpPr/>
          <p:nvPr/>
        </p:nvSpPr>
        <p:spPr>
          <a:xfrm rot="10800000" flipH="1">
            <a:off x="380999" y="6477000"/>
            <a:ext cx="11430000" cy="4572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" name="Google Shape;16;p28"/>
          <p:cNvSpPr txBox="1">
            <a:spLocks noGrp="1"/>
          </p:cNvSpPr>
          <p:nvPr>
            <p:ph type="body" idx="1"/>
          </p:nvPr>
        </p:nvSpPr>
        <p:spPr>
          <a:xfrm>
            <a:off x="381000" y="1447800"/>
            <a:ext cx="11430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683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2200"/>
              <a:buFont typeface="Noto Sans Symbols"/>
              <a:buChar char="▪"/>
              <a:defRPr sz="2200" b="1" i="0" u="none" strike="noStrike" cap="none">
                <a:solidFill>
                  <a:srgbClr val="BFBFB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556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Century Gothic"/>
              <a:buChar char="–"/>
              <a:defRPr sz="20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BFBFBF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rgbClr val="BFBFB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l" rtl="0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Century Gothic"/>
              <a:buChar char="–"/>
              <a:defRPr sz="16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BFBFBF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BFBFB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7" name="Google Shape;17;p28"/>
          <p:cNvSpPr txBox="1"/>
          <p:nvPr/>
        </p:nvSpPr>
        <p:spPr>
          <a:xfrm>
            <a:off x="10541966" y="276981"/>
            <a:ext cx="1269033" cy="646331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APAT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F26B43"/>
          </p15:clr>
        </p15:guide>
        <p15:guide id="2" orient="horz" pos="600">
          <p15:clr>
            <a:srgbClr val="F26B43"/>
          </p15:clr>
        </p15:guide>
        <p15:guide id="3" orient="horz" pos="840">
          <p15:clr>
            <a:srgbClr val="F26B43"/>
          </p15:clr>
        </p15:guide>
        <p15:guide id="4" orient="horz" pos="912">
          <p15:clr>
            <a:srgbClr val="F26B43"/>
          </p15:clr>
        </p15:guide>
        <p15:guide id="5" orient="horz" pos="4032">
          <p15:clr>
            <a:srgbClr val="F26B43"/>
          </p15:clr>
        </p15:guide>
        <p15:guide id="6" orient="horz" pos="4080">
          <p15:clr>
            <a:srgbClr val="F26B43"/>
          </p15:clr>
        </p15:guide>
        <p15:guide id="7" orient="horz" pos="4296">
          <p15:clr>
            <a:srgbClr val="F26B43"/>
          </p15:clr>
        </p15:guide>
        <p15:guide id="8" pos="240">
          <p15:clr>
            <a:srgbClr val="F26B43"/>
          </p15:clr>
        </p15:guide>
        <p15:guide id="9" pos="6564">
          <p15:clr>
            <a:srgbClr val="F26B43"/>
          </p15:clr>
        </p15:guide>
        <p15:guide id="10" pos="7440">
          <p15:clr>
            <a:srgbClr val="F26B43"/>
          </p15:clr>
        </p15:guide>
        <p15:guide id="11" orient="horz" pos="4128">
          <p15:clr>
            <a:srgbClr val="F26B43"/>
          </p15:clr>
        </p15:guide>
        <p15:guide id="12" pos="3792">
          <p15:clr>
            <a:srgbClr val="F26B43"/>
          </p15:clr>
        </p15:guide>
        <p15:guide id="13" pos="3888">
          <p15:clr>
            <a:srgbClr val="F26B43"/>
          </p15:clr>
        </p15:guide>
        <p15:guide id="14" orient="horz" pos="2472">
          <p15:clr>
            <a:srgbClr val="F26B43"/>
          </p15:clr>
        </p15:guide>
        <p15:guide id="15" orient="horz" pos="2424">
          <p15:clr>
            <a:srgbClr val="F26B43"/>
          </p15:clr>
        </p15:guide>
        <p15:guide id="16" orient="horz" pos="2520">
          <p15:clr>
            <a:srgbClr val="F26B43"/>
          </p15:clr>
        </p15:guide>
        <p15:guide id="17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7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Montserrat"/>
              <a:buNone/>
              <a:defRPr sz="3200" b="1" i="0" u="none" strike="noStrike" cap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29" name="Google Shape;29;p27"/>
          <p:cNvSpPr txBox="1">
            <a:spLocks noGrp="1"/>
          </p:cNvSpPr>
          <p:nvPr>
            <p:ph type="dt" idx="10"/>
          </p:nvPr>
        </p:nvSpPr>
        <p:spPr>
          <a:xfrm>
            <a:off x="381000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0" name="Google Shape;30;p27"/>
          <p:cNvSpPr txBox="1">
            <a:spLocks noGrp="1"/>
          </p:cNvSpPr>
          <p:nvPr>
            <p:ph type="ftr" idx="11"/>
          </p:nvPr>
        </p:nvSpPr>
        <p:spPr>
          <a:xfrm>
            <a:off x="4038600" y="6553200"/>
            <a:ext cx="41148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31" name="Google Shape;31;p27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u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u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u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u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u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u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u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u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u="non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" name="Google Shape;32;p27"/>
          <p:cNvSpPr/>
          <p:nvPr/>
        </p:nvSpPr>
        <p:spPr>
          <a:xfrm rot="10800000" flipH="1">
            <a:off x="380999" y="335277"/>
            <a:ext cx="10039351" cy="45719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lt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3" name="Google Shape;33;p27"/>
          <p:cNvSpPr/>
          <p:nvPr/>
        </p:nvSpPr>
        <p:spPr>
          <a:xfrm rot="10800000" flipH="1">
            <a:off x="380999" y="6477000"/>
            <a:ext cx="11430000" cy="45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2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34" name="Google Shape;34;p27"/>
          <p:cNvSpPr txBox="1">
            <a:spLocks noGrp="1"/>
          </p:cNvSpPr>
          <p:nvPr>
            <p:ph type="body" idx="1"/>
          </p:nvPr>
        </p:nvSpPr>
        <p:spPr>
          <a:xfrm>
            <a:off x="381000" y="1447800"/>
            <a:ext cx="11430000" cy="49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>
            <a:lvl1pPr marL="457200" marR="0" lvl="0" indent="-3683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2200"/>
              <a:buFont typeface="Noto Sans Symbols"/>
              <a:buChar char="▪"/>
              <a:defRPr sz="2200" b="1" i="0" u="none" strike="noStrike" cap="none">
                <a:solidFill>
                  <a:srgbClr val="5F5955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556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entury Gothic"/>
              <a:buChar char="–"/>
              <a:defRPr sz="20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4290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rgbClr val="5F5955"/>
              </a:buClr>
              <a:buSzPts val="1800"/>
              <a:buFont typeface="Noto Sans Symbols"/>
              <a:buChar char="▪"/>
              <a:defRPr sz="1800" b="0" i="0" u="none" strike="noStrike" cap="none">
                <a:solidFill>
                  <a:srgbClr val="5F5955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30200" algn="l" rtl="0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entury Gothic"/>
              <a:buChar char="–"/>
              <a:defRPr sz="16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17500" algn="l" rtl="0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5F5955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5F5955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dirty="0"/>
          </a:p>
        </p:txBody>
      </p:sp>
      <p:sp>
        <p:nvSpPr>
          <p:cNvPr id="35" name="Google Shape;35;p27"/>
          <p:cNvSpPr txBox="1"/>
          <p:nvPr/>
        </p:nvSpPr>
        <p:spPr>
          <a:xfrm>
            <a:off x="10541966" y="276981"/>
            <a:ext cx="1269033" cy="646331"/>
          </a:xfrm>
          <a:prstGeom prst="rect">
            <a:avLst/>
          </a:prstGeom>
          <a:solidFill>
            <a:srgbClr val="3F3B38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APAT</a:t>
            </a: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chemeClr val="accent6">
              <a:lumMod val="50000"/>
            </a:schemeClr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F26B43"/>
          </p15:clr>
        </p15:guide>
        <p15:guide id="2" orient="horz" pos="600">
          <p15:clr>
            <a:srgbClr val="F26B43"/>
          </p15:clr>
        </p15:guide>
        <p15:guide id="3" orient="horz" pos="840">
          <p15:clr>
            <a:srgbClr val="F26B43"/>
          </p15:clr>
        </p15:guide>
        <p15:guide id="4" orient="horz" pos="912">
          <p15:clr>
            <a:srgbClr val="F26B43"/>
          </p15:clr>
        </p15:guide>
        <p15:guide id="5" orient="horz" pos="4032">
          <p15:clr>
            <a:srgbClr val="F26B43"/>
          </p15:clr>
        </p15:guide>
        <p15:guide id="6" orient="horz" pos="4080">
          <p15:clr>
            <a:srgbClr val="F26B43"/>
          </p15:clr>
        </p15:guide>
        <p15:guide id="7" orient="horz" pos="4296">
          <p15:clr>
            <a:srgbClr val="F26B43"/>
          </p15:clr>
        </p15:guide>
        <p15:guide id="8" pos="240">
          <p15:clr>
            <a:srgbClr val="F26B43"/>
          </p15:clr>
        </p15:guide>
        <p15:guide id="9" pos="6564">
          <p15:clr>
            <a:srgbClr val="F26B43"/>
          </p15:clr>
        </p15:guide>
        <p15:guide id="10" pos="7440">
          <p15:clr>
            <a:srgbClr val="F26B43"/>
          </p15:clr>
        </p15:guide>
        <p15:guide id="11" orient="horz" pos="4128">
          <p15:clr>
            <a:srgbClr val="F26B43"/>
          </p15:clr>
        </p15:guide>
        <p15:guide id="12" pos="3792">
          <p15:clr>
            <a:srgbClr val="F26B43"/>
          </p15:clr>
        </p15:guide>
        <p15:guide id="13" pos="3888">
          <p15:clr>
            <a:srgbClr val="F26B43"/>
          </p15:clr>
        </p15:guide>
        <p15:guide id="14" orient="horz" pos="2472">
          <p15:clr>
            <a:srgbClr val="F26B43"/>
          </p15:clr>
        </p15:guide>
        <p15:guide id="15" orient="horz" pos="2424">
          <p15:clr>
            <a:srgbClr val="F26B43"/>
          </p15:clr>
        </p15:guide>
        <p15:guide id="16" orient="horz" pos="2520">
          <p15:clr>
            <a:srgbClr val="F26B43"/>
          </p15:clr>
        </p15:guide>
        <p15:guide id="1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"/>
          <p:cNvSpPr txBox="1">
            <a:spLocks noGrp="1"/>
          </p:cNvSpPr>
          <p:nvPr>
            <p:ph type="title"/>
          </p:nvPr>
        </p:nvSpPr>
        <p:spPr>
          <a:xfrm>
            <a:off x="838200" y="2631269"/>
            <a:ext cx="10515600" cy="8101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000"/>
              <a:buFont typeface="Montserrat"/>
              <a:buNone/>
            </a:pPr>
            <a:r>
              <a:rPr lang="en-US" sz="4000" dirty="0"/>
              <a:t>CONFLICT &amp; DEMINING IN COLOMBIA</a:t>
            </a:r>
            <a:endParaRPr dirty="0"/>
          </a:p>
        </p:txBody>
      </p:sp>
      <p:sp>
        <p:nvSpPr>
          <p:cNvPr id="513" name="Google Shape;513;p1"/>
          <p:cNvSpPr txBox="1">
            <a:spLocks noGrp="1"/>
          </p:cNvSpPr>
          <p:nvPr>
            <p:ph type="body" idx="1"/>
          </p:nvPr>
        </p:nvSpPr>
        <p:spPr>
          <a:xfrm>
            <a:off x="838199" y="3524251"/>
            <a:ext cx="10515600" cy="800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91425" rIns="0" bIns="0" anchor="t" anchorCtr="0">
            <a:norm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F3B38"/>
              </a:buClr>
              <a:buSzPct val="100000"/>
              <a:buNone/>
            </a:pPr>
            <a:endParaRPr dirty="0"/>
          </a:p>
        </p:txBody>
      </p:sp>
      <p:sp>
        <p:nvSpPr>
          <p:cNvPr id="516" name="Google Shape;516;p1"/>
          <p:cNvSpPr txBox="1"/>
          <p:nvPr/>
        </p:nvSpPr>
        <p:spPr>
          <a:xfrm>
            <a:off x="338705" y="5745625"/>
            <a:ext cx="11514589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Group 8: Alejandra Patiño, Sofía Linares &amp; Juan Camisassa</a:t>
            </a:r>
            <a:endParaRPr dirty="0"/>
          </a:p>
        </p:txBody>
      </p:sp>
      <p:sp>
        <p:nvSpPr>
          <p:cNvPr id="3" name="Google Shape;21;p30">
            <a:extLst>
              <a:ext uri="{FF2B5EF4-FFF2-40B4-BE49-F238E27FC236}">
                <a16:creationId xmlns:a16="http://schemas.microsoft.com/office/drawing/2014/main" id="{462C6862-E2B8-57F1-18BE-A6387165F8CC}"/>
              </a:ext>
            </a:extLst>
          </p:cNvPr>
          <p:cNvSpPr txBox="1">
            <a:spLocks noGrp="1"/>
          </p:cNvSpPr>
          <p:nvPr>
            <p:ph type="dt" idx="10"/>
          </p:nvPr>
        </p:nvSpPr>
        <p:spPr>
          <a:xfrm>
            <a:off x="10481832" y="6567054"/>
            <a:ext cx="1535995" cy="243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sz="1400" dirty="0">
                <a:solidFill>
                  <a:schemeClr val="accent6">
                    <a:lumMod val="50000"/>
                  </a:schemeClr>
                </a:solidFill>
              </a:rPr>
              <a:t>March 2026</a:t>
            </a:r>
          </a:p>
        </p:txBody>
      </p:sp>
      <p:pic>
        <p:nvPicPr>
          <p:cNvPr id="2" name="Google Shape;525;g31b6122b027_0_9" descr="Image result for uchicago harris logo">
            <a:extLst>
              <a:ext uri="{FF2B5EF4-FFF2-40B4-BE49-F238E27FC236}">
                <a16:creationId xmlns:a16="http://schemas.microsoft.com/office/drawing/2014/main" id="{5EECD53E-42C2-A8FB-DFDF-0D3D4288290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467"/>
          <a:stretch/>
        </p:blipFill>
        <p:spPr>
          <a:xfrm>
            <a:off x="9659113" y="0"/>
            <a:ext cx="2532887" cy="9319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1b6122b027_0_9"/>
          <p:cNvSpPr txBox="1">
            <a:spLocks noGrp="1"/>
          </p:cNvSpPr>
          <p:nvPr>
            <p:ph type="body" idx="2"/>
          </p:nvPr>
        </p:nvSpPr>
        <p:spPr>
          <a:xfrm>
            <a:off x="457200" y="963313"/>
            <a:ext cx="11430000" cy="55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/>
          <a:p>
            <a:pPr marL="298450" lvl="1" indent="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sz="1400" b="0" dirty="0"/>
          </a:p>
          <a:p>
            <a:pPr marL="274320" lvl="0" indent="-17272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</a:pPr>
            <a:endParaRPr sz="1600" b="0" dirty="0"/>
          </a:p>
        </p:txBody>
      </p:sp>
      <p:sp>
        <p:nvSpPr>
          <p:cNvPr id="523" name="Google Shape;523;g31b6122b027_0_9"/>
          <p:cNvSpPr txBox="1">
            <a:spLocks noGrp="1"/>
          </p:cNvSpPr>
          <p:nvPr>
            <p:ph type="title"/>
          </p:nvPr>
        </p:nvSpPr>
        <p:spPr>
          <a:xfrm>
            <a:off x="457200" y="498482"/>
            <a:ext cx="10039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</a:pPr>
            <a:r>
              <a:rPr lang="en-US" dirty="0"/>
              <a:t>CONFLICT IN COLOMBIA</a:t>
            </a:r>
            <a:endParaRPr dirty="0"/>
          </a:p>
        </p:txBody>
      </p:sp>
      <p:sp>
        <p:nvSpPr>
          <p:cNvPr id="524" name="Google Shape;524;g31b6122b027_0_9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2" name="Google Shape;525;g31b6122b027_0_9" descr="Image result for uchicago harris logo">
            <a:extLst>
              <a:ext uri="{FF2B5EF4-FFF2-40B4-BE49-F238E27FC236}">
                <a16:creationId xmlns:a16="http://schemas.microsoft.com/office/drawing/2014/main" id="{62C259B8-9321-938F-EAD5-2397616D99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467"/>
          <a:stretch/>
        </p:blipFill>
        <p:spPr>
          <a:xfrm>
            <a:off x="9659113" y="-18102"/>
            <a:ext cx="2532887" cy="93192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13;p1">
            <a:extLst>
              <a:ext uri="{FF2B5EF4-FFF2-40B4-BE49-F238E27FC236}">
                <a16:creationId xmlns:a16="http://schemas.microsoft.com/office/drawing/2014/main" id="{F0157C4F-62CC-09EE-4C23-5EBBCA815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199" y="1512013"/>
            <a:ext cx="6954394" cy="39652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91425" rIns="0" bIns="0" anchor="t" anchorCtr="0">
            <a:normAutofit lnSpcReduction="10000"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F3B38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0" dirty="0"/>
              <a:t>Located in South America, borders with Venezuela, Peru, Ecuador and Brazil.</a:t>
            </a:r>
          </a:p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F3B38"/>
              </a:buClr>
              <a:buSzPct val="100000"/>
              <a:buFont typeface="Arial" panose="020B0604020202020204" pitchFamily="34" charset="0"/>
              <a:buChar char="•"/>
            </a:pPr>
            <a:endParaRPr lang="en-US" b="0" dirty="0"/>
          </a:p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F3B38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0" dirty="0"/>
              <a:t>Colombia has experienced prolonged armed conflict.</a:t>
            </a:r>
          </a:p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F3B38"/>
              </a:buClr>
              <a:buSzPct val="100000"/>
              <a:buFont typeface="Arial" panose="020B0604020202020204" pitchFamily="34" charset="0"/>
              <a:buChar char="•"/>
            </a:pPr>
            <a:endParaRPr lang="en-US" b="0" dirty="0"/>
          </a:p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F3B38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0" dirty="0"/>
              <a:t>Ranks among the countries with the highest number of recorded conflict events, according to the UCDP Georeferenced Event Dataset (GED).</a:t>
            </a:r>
            <a:endParaRPr b="0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F49E0E0-1087-4595-59E8-08682460C4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2593" y="1761172"/>
            <a:ext cx="3335655" cy="33356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>
          <a:extLst>
            <a:ext uri="{FF2B5EF4-FFF2-40B4-BE49-F238E27FC236}">
              <a16:creationId xmlns:a16="http://schemas.microsoft.com/office/drawing/2014/main" id="{D14587F2-B2F9-C75E-5F6B-96586D88D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1b6122b027_0_9">
            <a:extLst>
              <a:ext uri="{FF2B5EF4-FFF2-40B4-BE49-F238E27FC236}">
                <a16:creationId xmlns:a16="http://schemas.microsoft.com/office/drawing/2014/main" id="{BAE528FC-534D-E024-15BA-95D995CABF9C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57200" y="963313"/>
            <a:ext cx="11430000" cy="55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/>
          <a:p>
            <a:pPr marL="298450" lvl="1" indent="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sz="1400" b="0" dirty="0"/>
          </a:p>
          <a:p>
            <a:pPr marL="274320" lvl="0" indent="-17272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</a:pPr>
            <a:endParaRPr sz="1600" b="0" dirty="0"/>
          </a:p>
        </p:txBody>
      </p:sp>
      <p:sp>
        <p:nvSpPr>
          <p:cNvPr id="524" name="Google Shape;524;g31b6122b027_0_9">
            <a:extLst>
              <a:ext uri="{FF2B5EF4-FFF2-40B4-BE49-F238E27FC236}">
                <a16:creationId xmlns:a16="http://schemas.microsoft.com/office/drawing/2014/main" id="{0772FDA7-1B06-2AA1-7657-6454792BC0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pic>
        <p:nvPicPr>
          <p:cNvPr id="2" name="Google Shape;525;g31b6122b027_0_9" descr="Image result for uchicago harris logo">
            <a:extLst>
              <a:ext uri="{FF2B5EF4-FFF2-40B4-BE49-F238E27FC236}">
                <a16:creationId xmlns:a16="http://schemas.microsoft.com/office/drawing/2014/main" id="{88D57021-C85C-A307-38DE-B06497E318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467"/>
          <a:stretch/>
        </p:blipFill>
        <p:spPr>
          <a:xfrm>
            <a:off x="9659113" y="-18102"/>
            <a:ext cx="2532887" cy="9319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114108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>
          <a:extLst>
            <a:ext uri="{FF2B5EF4-FFF2-40B4-BE49-F238E27FC236}">
              <a16:creationId xmlns:a16="http://schemas.microsoft.com/office/drawing/2014/main" id="{F1E532CB-3CA7-9677-A07D-025DFA0E7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1b6122b027_0_9">
            <a:extLst>
              <a:ext uri="{FF2B5EF4-FFF2-40B4-BE49-F238E27FC236}">
                <a16:creationId xmlns:a16="http://schemas.microsoft.com/office/drawing/2014/main" id="{7BC444D8-B319-C73E-123C-A113BFD167D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57200" y="963313"/>
            <a:ext cx="11430000" cy="55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/>
          <a:p>
            <a:pPr marL="298450" lvl="1" indent="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sz="1400" b="0" dirty="0"/>
          </a:p>
          <a:p>
            <a:pPr marL="274320" lvl="0" indent="-17272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</a:pPr>
            <a:endParaRPr sz="1600" b="0" dirty="0"/>
          </a:p>
        </p:txBody>
      </p:sp>
      <p:sp>
        <p:nvSpPr>
          <p:cNvPr id="523" name="Google Shape;523;g31b6122b027_0_9">
            <a:extLst>
              <a:ext uri="{FF2B5EF4-FFF2-40B4-BE49-F238E27FC236}">
                <a16:creationId xmlns:a16="http://schemas.microsoft.com/office/drawing/2014/main" id="{148C9139-588D-8BF6-B769-5D42C0F932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90144" y="389870"/>
            <a:ext cx="10039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</a:pPr>
            <a:r>
              <a:rPr lang="en-US" dirty="0"/>
              <a:t>LANDMINES IN COLOMBIA</a:t>
            </a:r>
            <a:endParaRPr dirty="0"/>
          </a:p>
        </p:txBody>
      </p:sp>
      <p:sp>
        <p:nvSpPr>
          <p:cNvPr id="524" name="Google Shape;524;g31b6122b027_0_9">
            <a:extLst>
              <a:ext uri="{FF2B5EF4-FFF2-40B4-BE49-F238E27FC236}">
                <a16:creationId xmlns:a16="http://schemas.microsoft.com/office/drawing/2014/main" id="{81A4BE6A-78A4-A22F-DEC7-4E565513E2E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525" name="Google Shape;525;g31b6122b027_0_9" descr="Image result for uchicago harris logo">
            <a:extLst>
              <a:ext uri="{FF2B5EF4-FFF2-40B4-BE49-F238E27FC236}">
                <a16:creationId xmlns:a16="http://schemas.microsoft.com/office/drawing/2014/main" id="{B043917A-343C-D42B-5F35-D3872F8F7B4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467"/>
          <a:stretch/>
        </p:blipFill>
        <p:spPr>
          <a:xfrm>
            <a:off x="9659113" y="0"/>
            <a:ext cx="2532887" cy="931928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13;p1">
            <a:extLst>
              <a:ext uri="{FF2B5EF4-FFF2-40B4-BE49-F238E27FC236}">
                <a16:creationId xmlns:a16="http://schemas.microsoft.com/office/drawing/2014/main" id="{125E78EB-36C9-E641-3820-8427EEECB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216152"/>
            <a:ext cx="10497312" cy="4910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37150" tIns="91425" rIns="0" bIns="0" anchor="t" anchorCtr="0">
            <a:normAutofit/>
          </a:bodyPr>
          <a:lstStyle/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F3B38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0" dirty="0"/>
              <a:t>Beyond conflict events, Colombia has a specific territorial feature: extensive antipersonnel landmine contamination.</a:t>
            </a:r>
          </a:p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F3B38"/>
              </a:buClr>
              <a:buSzPct val="100000"/>
              <a:buFont typeface="Arial" panose="020B0604020202020204" pitchFamily="34" charset="0"/>
              <a:buChar char="•"/>
            </a:pPr>
            <a:endParaRPr lang="en-US" b="0" dirty="0"/>
          </a:p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F3B38"/>
              </a:buClr>
              <a:buSzPct val="100000"/>
              <a:buFont typeface="Arial" panose="020B0604020202020204" pitchFamily="34" charset="0"/>
              <a:buChar char="•"/>
            </a:pPr>
            <a:endParaRPr lang="en-US" b="0" dirty="0"/>
          </a:p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F3B38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0" dirty="0"/>
              <a:t>What is a landmine? A landmine is an explosive device placed on or under the ground that detonates when a person or vehicle triggers it.</a:t>
            </a:r>
          </a:p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F3B38"/>
              </a:buClr>
              <a:buSzPct val="100000"/>
              <a:buFont typeface="Arial" panose="020B0604020202020204" pitchFamily="34" charset="0"/>
              <a:buChar char="•"/>
            </a:pPr>
            <a:endParaRPr lang="en-US" b="0" dirty="0"/>
          </a:p>
          <a:p>
            <a:pPr marL="342900" lvl="0" indent="-3429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F3B38"/>
              </a:buClr>
              <a:buSzPct val="100000"/>
              <a:buFont typeface="Arial" panose="020B0604020202020204" pitchFamily="34" charset="0"/>
              <a:buChar char="•"/>
            </a:pPr>
            <a:endParaRPr lang="en-US" b="0" dirty="0"/>
          </a:p>
          <a:p>
            <a:pPr marL="342900" lvl="0" indent="-342900">
              <a:spcBef>
                <a:spcPts val="0"/>
              </a:spcBef>
              <a:buClr>
                <a:srgbClr val="3F3B38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b="0" dirty="0"/>
              <a:t>By 2018, it was estimated to be among the top 10 countries worldwide with the highest number of victims of antipersonnel mines (MAP) and explosive remnants of war (MUSE) (Landmine Monitor, 2018).</a:t>
            </a:r>
          </a:p>
        </p:txBody>
      </p:sp>
    </p:spTree>
    <p:extLst>
      <p:ext uri="{BB962C8B-B14F-4D97-AF65-F5344CB8AC3E}">
        <p14:creationId xmlns:p14="http://schemas.microsoft.com/office/powerpoint/2010/main" val="2607136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1">
          <a:extLst>
            <a:ext uri="{FF2B5EF4-FFF2-40B4-BE49-F238E27FC236}">
              <a16:creationId xmlns:a16="http://schemas.microsoft.com/office/drawing/2014/main" id="{73B0B6F4-4184-F603-6AA5-2B143F5F7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g31b6122b027_0_9">
            <a:extLst>
              <a:ext uri="{FF2B5EF4-FFF2-40B4-BE49-F238E27FC236}">
                <a16:creationId xmlns:a16="http://schemas.microsoft.com/office/drawing/2014/main" id="{5A2E173E-3F93-5F1F-2908-7901069C61B0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57200" y="963313"/>
            <a:ext cx="11430000" cy="55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rmAutofit/>
          </a:bodyPr>
          <a:lstStyle/>
          <a:p>
            <a:pPr marL="298450" lvl="1" indent="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endParaRPr sz="1400" b="0" dirty="0"/>
          </a:p>
          <a:p>
            <a:pPr marL="274320" lvl="0" indent="-172720" algn="l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</a:pPr>
            <a:endParaRPr sz="1600" b="0" dirty="0"/>
          </a:p>
        </p:txBody>
      </p:sp>
      <p:sp>
        <p:nvSpPr>
          <p:cNvPr id="523" name="Google Shape;523;g31b6122b027_0_9">
            <a:extLst>
              <a:ext uri="{FF2B5EF4-FFF2-40B4-BE49-F238E27FC236}">
                <a16:creationId xmlns:a16="http://schemas.microsoft.com/office/drawing/2014/main" id="{342DCC47-F16E-60C8-C3B5-3DD1DE2F91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598012"/>
            <a:ext cx="10039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</a:pPr>
            <a:r>
              <a:rPr lang="en-US" dirty="0"/>
              <a:t>DATA</a:t>
            </a:r>
            <a:endParaRPr dirty="0"/>
          </a:p>
        </p:txBody>
      </p:sp>
      <p:sp>
        <p:nvSpPr>
          <p:cNvPr id="524" name="Google Shape;524;g31b6122b027_0_9">
            <a:extLst>
              <a:ext uri="{FF2B5EF4-FFF2-40B4-BE49-F238E27FC236}">
                <a16:creationId xmlns:a16="http://schemas.microsoft.com/office/drawing/2014/main" id="{0AFC5FA9-461B-5E4B-3258-772338B5D7C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525" name="Google Shape;525;g31b6122b027_0_9" descr="Image result for uchicago harris logo">
            <a:extLst>
              <a:ext uri="{FF2B5EF4-FFF2-40B4-BE49-F238E27FC236}">
                <a16:creationId xmlns:a16="http://schemas.microsoft.com/office/drawing/2014/main" id="{9C4A25C4-6112-3B8A-8397-8ABAA9C7D50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467"/>
          <a:stretch/>
        </p:blipFill>
        <p:spPr>
          <a:xfrm>
            <a:off x="9659113" y="0"/>
            <a:ext cx="2532887" cy="931928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g31b6122b027_0_9">
            <a:extLst>
              <a:ext uri="{FF2B5EF4-FFF2-40B4-BE49-F238E27FC236}">
                <a16:creationId xmlns:a16="http://schemas.microsoft.com/office/drawing/2014/main" id="{1829699F-BDFA-FA25-ABB0-7F402A59C7C7}"/>
              </a:ext>
            </a:extLst>
          </p:cNvPr>
          <p:cNvSpPr txBox="1"/>
          <p:nvPr/>
        </p:nvSpPr>
        <p:spPr>
          <a:xfrm>
            <a:off x="6096000" y="4187385"/>
            <a:ext cx="4844700" cy="11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E1E1E"/>
                </a:solidFill>
                <a:highlight>
                  <a:srgbClr val="FFFFFF"/>
                </a:highlight>
              </a:rPr>
              <a:t>National Center for Historical Memory, Observatory of Conflict &amp; Memory.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1E1E"/>
                </a:solidFill>
                <a:highlight>
                  <a:srgbClr val="FFFFFF"/>
                </a:highlight>
              </a:rPr>
              <a:t>Public national database: </a:t>
            </a:r>
            <a:r>
              <a:rPr lang="en-US" sz="1600" i="1" dirty="0" err="1">
                <a:solidFill>
                  <a:srgbClr val="1E1E1E"/>
                </a:solidFill>
                <a:highlight>
                  <a:srgbClr val="FFFFFF"/>
                </a:highlight>
              </a:rPr>
              <a:t>Conflicto</a:t>
            </a:r>
            <a:r>
              <a:rPr lang="en-US" sz="1600" i="1" dirty="0">
                <a:solidFill>
                  <a:srgbClr val="1E1E1E"/>
                </a:solidFill>
                <a:highlight>
                  <a:srgbClr val="FFFFFF"/>
                </a:highlight>
              </a:rPr>
              <a:t> </a:t>
            </a:r>
            <a:r>
              <a:rPr lang="en-US" sz="1600" i="1" dirty="0" err="1">
                <a:solidFill>
                  <a:srgbClr val="1E1E1E"/>
                </a:solidFill>
                <a:highlight>
                  <a:srgbClr val="FFFFFF"/>
                </a:highlight>
              </a:rPr>
              <a:t>Armado</a:t>
            </a:r>
            <a:r>
              <a:rPr lang="en-US" sz="1600" i="1" dirty="0">
                <a:solidFill>
                  <a:srgbClr val="1E1E1E"/>
                </a:solidFill>
                <a:highlight>
                  <a:srgbClr val="FFFFFF"/>
                </a:highlight>
              </a:rPr>
              <a:t> </a:t>
            </a:r>
            <a:r>
              <a:rPr lang="en-US" sz="1600" i="1" dirty="0" err="1">
                <a:solidFill>
                  <a:srgbClr val="1E1E1E"/>
                </a:solidFill>
                <a:highlight>
                  <a:srgbClr val="FFFFFF"/>
                </a:highlight>
              </a:rPr>
              <a:t>en</a:t>
            </a:r>
            <a:r>
              <a:rPr lang="en-US" sz="1600" i="1" dirty="0">
                <a:solidFill>
                  <a:srgbClr val="1E1E1E"/>
                </a:solidFill>
                <a:highlight>
                  <a:srgbClr val="FFFFFF"/>
                </a:highlight>
              </a:rPr>
              <a:t> </a:t>
            </a:r>
            <a:r>
              <a:rPr lang="en-US" sz="1600" i="1" dirty="0" err="1">
                <a:solidFill>
                  <a:srgbClr val="1E1E1E"/>
                </a:solidFill>
                <a:highlight>
                  <a:srgbClr val="FFFFFF"/>
                </a:highlight>
              </a:rPr>
              <a:t>Cifras</a:t>
            </a:r>
            <a:r>
              <a:rPr lang="en-US" sz="1600" i="1" dirty="0">
                <a:solidFill>
                  <a:srgbClr val="1E1E1E"/>
                </a:solidFill>
                <a:highlight>
                  <a:srgbClr val="FFFFFF"/>
                </a:highlight>
              </a:rPr>
              <a:t> </a:t>
            </a:r>
            <a:r>
              <a:rPr lang="en-US" sz="1600" dirty="0">
                <a:solidFill>
                  <a:srgbClr val="1E1E1E"/>
                </a:solidFill>
                <a:highlight>
                  <a:srgbClr val="FFFFFF"/>
                </a:highlight>
              </a:rPr>
              <a:t>— recorded landmine and explosive device incidents, 1953–2025.</a:t>
            </a:r>
            <a:endParaRPr sz="1600" dirty="0">
              <a:solidFill>
                <a:srgbClr val="1E1E1E"/>
              </a:solidFill>
              <a:highlight>
                <a:srgbClr val="FFFFFF"/>
              </a:highlight>
            </a:endParaRPr>
          </a:p>
        </p:txBody>
      </p:sp>
      <p:sp>
        <p:nvSpPr>
          <p:cNvPr id="529" name="Google Shape;529;g31b6122b027_0_9">
            <a:extLst>
              <a:ext uri="{FF2B5EF4-FFF2-40B4-BE49-F238E27FC236}">
                <a16:creationId xmlns:a16="http://schemas.microsoft.com/office/drawing/2014/main" id="{66DF2D9A-66FB-AF73-4C3F-BC96B72CEF41}"/>
              </a:ext>
            </a:extLst>
          </p:cNvPr>
          <p:cNvSpPr txBox="1"/>
          <p:nvPr/>
        </p:nvSpPr>
        <p:spPr>
          <a:xfrm>
            <a:off x="6096000" y="1612414"/>
            <a:ext cx="5482215" cy="11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rgbClr val="1E1E1E"/>
                </a:solidFill>
                <a:highlight>
                  <a:srgbClr val="FFFFFF"/>
                </a:highlight>
              </a:rPr>
              <a:t>UCDP Georeferenced Event Dataset (GED), Global Version</a:t>
            </a:r>
          </a:p>
          <a:p>
            <a:pPr marL="0" marR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1E1E"/>
                </a:solidFill>
                <a:highlight>
                  <a:srgbClr val="FFFFFF"/>
                </a:highlight>
              </a:rPr>
              <a:t>This dataset provides highly disaggregated, geo-coded data on individual events of organized violence, including exact locations and dates. It enables spatial and temporal analysis of conflict intensity and distribution.</a:t>
            </a:r>
            <a:endParaRPr sz="1600" dirty="0">
              <a:solidFill>
                <a:srgbClr val="1E1E1E"/>
              </a:solidFill>
              <a:highlight>
                <a:srgbClr val="FFFFFF"/>
              </a:highlight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B4FBA4-BA7F-5ABA-DBEA-CFB07F31A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5237" y="1612414"/>
            <a:ext cx="2219489" cy="17251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7079D4-3E86-226C-C01C-3A7F18210F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915" y="4268967"/>
            <a:ext cx="4299741" cy="9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737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2"/>
          <p:cNvSpPr txBox="1">
            <a:spLocks noGrp="1"/>
          </p:cNvSpPr>
          <p:nvPr>
            <p:ph type="body" idx="2"/>
          </p:nvPr>
        </p:nvSpPr>
        <p:spPr>
          <a:xfrm>
            <a:off x="381000" y="952500"/>
            <a:ext cx="11429999" cy="554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numCol="1" anchor="ctr" anchorCtr="0">
            <a:normAutofit/>
          </a:bodyPr>
          <a:lstStyle/>
          <a:p>
            <a:pPr marL="0" lvl="0" indent="0" algn="thaiDi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F5955"/>
              </a:buClr>
              <a:buSzPts val="2000"/>
              <a:buNone/>
            </a:pPr>
            <a:r>
              <a:rPr lang="es-419" sz="2000" dirty="0"/>
              <a:t>LINK DE STREAMLIT: VER PSET.</a:t>
            </a:r>
            <a:endParaRPr sz="1600" dirty="0"/>
          </a:p>
          <a:p>
            <a:pPr marL="274320" lvl="0" indent="-172720" algn="thaiDi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</a:pPr>
            <a:endParaRPr sz="1600" b="0" dirty="0"/>
          </a:p>
        </p:txBody>
      </p:sp>
      <p:sp>
        <p:nvSpPr>
          <p:cNvPr id="536" name="Google Shape;536;p2"/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</a:pPr>
            <a:r>
              <a:rPr lang="en-US" dirty="0"/>
              <a:t>DASHBOARD</a:t>
            </a:r>
            <a:endParaRPr dirty="0"/>
          </a:p>
        </p:txBody>
      </p:sp>
      <p:sp>
        <p:nvSpPr>
          <p:cNvPr id="537" name="Google Shape;537;p2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538" name="Google Shape;538;p2" descr="Image result for uchicago harris logo"/>
          <p:cNvPicPr preferRelativeResize="0"/>
          <p:nvPr/>
        </p:nvPicPr>
        <p:blipFill rotWithShape="1">
          <a:blip r:embed="rId3">
            <a:alphaModFix/>
          </a:blip>
          <a:srcRect r="2465"/>
          <a:stretch/>
        </p:blipFill>
        <p:spPr>
          <a:xfrm>
            <a:off x="9659113" y="0"/>
            <a:ext cx="2532887" cy="9319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10416992-87AE-25EC-891E-B7FA5B2F4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2">
            <a:extLst>
              <a:ext uri="{FF2B5EF4-FFF2-40B4-BE49-F238E27FC236}">
                <a16:creationId xmlns:a16="http://schemas.microsoft.com/office/drawing/2014/main" id="{AA7B1382-3503-25AD-7AB1-A3056AA7CD6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381001" y="1453895"/>
            <a:ext cx="11679935" cy="4526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numCol="1" anchor="ctr" anchorCtr="0">
            <a:normAutofit fontScale="92500"/>
          </a:bodyPr>
          <a:lstStyle/>
          <a:p>
            <a:pPr marL="342900" indent="-342900" algn="thaiDist">
              <a:spcBef>
                <a:spcPts val="0"/>
              </a:spcBef>
              <a:buSzPts val="2000"/>
            </a:pPr>
            <a:r>
              <a:rPr lang="en-US" b="0" dirty="0"/>
              <a:t>The 2016 Peace Agreement marked a policy shift: it institutionalized  demining policy.</a:t>
            </a:r>
          </a:p>
          <a:p>
            <a:pPr marL="342900" indent="-342900" algn="thaiDist">
              <a:spcBef>
                <a:spcPts val="0"/>
              </a:spcBef>
              <a:buSzPts val="2000"/>
            </a:pPr>
            <a:endParaRPr lang="en-US" b="0" dirty="0"/>
          </a:p>
          <a:p>
            <a:pPr marL="342900" indent="-342900" algn="thaiDist">
              <a:spcBef>
                <a:spcPts val="0"/>
              </a:spcBef>
              <a:buSzPts val="2000"/>
            </a:pPr>
            <a:r>
              <a:rPr lang="en-US" b="0" dirty="0"/>
              <a:t>Demining activity increases sharply after 2016, reflecting policy prioritization and discovery.</a:t>
            </a:r>
          </a:p>
          <a:p>
            <a:pPr marL="342900" indent="-342900" algn="thaiDist">
              <a:spcBef>
                <a:spcPts val="0"/>
              </a:spcBef>
              <a:buSzPts val="2000"/>
            </a:pPr>
            <a:endParaRPr lang="en-US" b="0" dirty="0"/>
          </a:p>
          <a:p>
            <a:pPr marL="342900" indent="-342900" algn="thaiDist">
              <a:spcBef>
                <a:spcPts val="0"/>
              </a:spcBef>
              <a:buSzPts val="2000"/>
            </a:pPr>
            <a:r>
              <a:rPr lang="en-US" b="0" dirty="0"/>
              <a:t>Demining increases economic growth by:</a:t>
            </a:r>
          </a:p>
          <a:p>
            <a:pPr marL="800100" lvl="1" indent="-342900" algn="thaiDist">
              <a:spcBef>
                <a:spcPts val="0"/>
              </a:spcBef>
            </a:pPr>
            <a:r>
              <a:rPr lang="en-US" b="0" dirty="0"/>
              <a:t>Enabling access to essential infrastructure and new markets (</a:t>
            </a:r>
            <a:r>
              <a:rPr lang="en-US" b="0" dirty="0" err="1"/>
              <a:t>Chiovelli</a:t>
            </a:r>
            <a:r>
              <a:rPr lang="en-US" b="0" dirty="0"/>
              <a:t>, Michalopoulos, &amp; Papaioannou, 2019).</a:t>
            </a:r>
          </a:p>
          <a:p>
            <a:pPr marL="800100" lvl="1" indent="-342900" algn="thaiDist">
              <a:spcBef>
                <a:spcPts val="0"/>
              </a:spcBef>
            </a:pPr>
            <a:r>
              <a:rPr lang="en-US" dirty="0"/>
              <a:t>Opening</a:t>
            </a:r>
            <a:r>
              <a:rPr lang="en-US" b="0" dirty="0"/>
              <a:t> opportunities for the use and productive exploitation of natural resources (Gunawardana, </a:t>
            </a:r>
            <a:r>
              <a:rPr lang="en-US" b="0" dirty="0" err="1"/>
              <a:t>Tantrigoda</a:t>
            </a:r>
            <a:r>
              <a:rPr lang="en-US" b="0" dirty="0"/>
              <a:t>, &amp; Kumara, 2016).</a:t>
            </a:r>
          </a:p>
          <a:p>
            <a:pPr marL="800100" lvl="1" indent="-342900" algn="thaiDist">
              <a:spcBef>
                <a:spcPts val="0"/>
              </a:spcBef>
            </a:pPr>
            <a:r>
              <a:rPr lang="en-US" dirty="0"/>
              <a:t>Facilitating </a:t>
            </a:r>
            <a:r>
              <a:rPr lang="en-US" b="0" dirty="0"/>
              <a:t>the development of productive activities, and supports land restitution processes (Cabrera &amp; Pachón, 2017).</a:t>
            </a:r>
            <a:endParaRPr b="0" dirty="0"/>
          </a:p>
        </p:txBody>
      </p:sp>
      <p:sp>
        <p:nvSpPr>
          <p:cNvPr id="536" name="Google Shape;536;p2">
            <a:extLst>
              <a:ext uri="{FF2B5EF4-FFF2-40B4-BE49-F238E27FC236}">
                <a16:creationId xmlns:a16="http://schemas.microsoft.com/office/drawing/2014/main" id="{9BC832C4-1910-A85C-402D-3129E4C771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1000" y="678180"/>
            <a:ext cx="70256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90000"/>
          </a:bodyPr>
          <a:lstStyle/>
          <a:p>
            <a:pPr lvl="0"/>
            <a:r>
              <a:rPr lang="en-US" dirty="0"/>
              <a:t>PEACE AGREEMENT AND DEMINING POLICY</a:t>
            </a:r>
          </a:p>
        </p:txBody>
      </p:sp>
      <p:sp>
        <p:nvSpPr>
          <p:cNvPr id="537" name="Google Shape;537;p2">
            <a:extLst>
              <a:ext uri="{FF2B5EF4-FFF2-40B4-BE49-F238E27FC236}">
                <a16:creationId xmlns:a16="http://schemas.microsoft.com/office/drawing/2014/main" id="{9687135C-CE30-C0C3-5678-3A631E47678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pic>
        <p:nvPicPr>
          <p:cNvPr id="538" name="Google Shape;538;p2" descr="Image result for uchicago harris logo">
            <a:extLst>
              <a:ext uri="{FF2B5EF4-FFF2-40B4-BE49-F238E27FC236}">
                <a16:creationId xmlns:a16="http://schemas.microsoft.com/office/drawing/2014/main" id="{83C643F4-FE1D-183F-539D-A9163667C9A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465"/>
          <a:stretch/>
        </p:blipFill>
        <p:spPr>
          <a:xfrm>
            <a:off x="9659113" y="0"/>
            <a:ext cx="2532887" cy="9319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55826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F6E75C59-08FD-FEB1-CC45-1A262AF11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2">
            <a:extLst>
              <a:ext uri="{FF2B5EF4-FFF2-40B4-BE49-F238E27FC236}">
                <a16:creationId xmlns:a16="http://schemas.microsoft.com/office/drawing/2014/main" id="{0EC7769D-E574-1CEB-5C18-269402E6A3F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381000" y="952500"/>
            <a:ext cx="11429999" cy="554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numCol="1" anchor="ctr" anchorCtr="0">
            <a:normAutofit/>
          </a:bodyPr>
          <a:lstStyle/>
          <a:p>
            <a:pPr marL="0" lvl="0" indent="0" algn="thaiDi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F5955"/>
              </a:buClr>
              <a:buSzPts val="2000"/>
              <a:buNone/>
            </a:pPr>
            <a:r>
              <a:rPr lang="es-419" sz="2000" dirty="0"/>
              <a:t>VOLVEMOS AL DASHBOARD GRÁFICO LÍNEA VERDE</a:t>
            </a:r>
            <a:endParaRPr sz="1600" dirty="0"/>
          </a:p>
          <a:p>
            <a:pPr marL="274320" lvl="0" indent="-172720" algn="thaiDi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</a:pPr>
            <a:endParaRPr sz="1600" b="0" dirty="0"/>
          </a:p>
        </p:txBody>
      </p:sp>
      <p:sp>
        <p:nvSpPr>
          <p:cNvPr id="536" name="Google Shape;536;p2">
            <a:extLst>
              <a:ext uri="{FF2B5EF4-FFF2-40B4-BE49-F238E27FC236}">
                <a16:creationId xmlns:a16="http://schemas.microsoft.com/office/drawing/2014/main" id="{B0730666-5CAC-ABB1-E63C-D6EF021615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1000" y="365125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</a:pPr>
            <a:r>
              <a:rPr lang="en-US" dirty="0"/>
              <a:t>DASHBOARD</a:t>
            </a:r>
            <a:endParaRPr dirty="0"/>
          </a:p>
        </p:txBody>
      </p:sp>
      <p:sp>
        <p:nvSpPr>
          <p:cNvPr id="537" name="Google Shape;537;p2">
            <a:extLst>
              <a:ext uri="{FF2B5EF4-FFF2-40B4-BE49-F238E27FC236}">
                <a16:creationId xmlns:a16="http://schemas.microsoft.com/office/drawing/2014/main" id="{388DED50-B38C-4372-D1E3-8CFABFF607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pic>
        <p:nvPicPr>
          <p:cNvPr id="538" name="Google Shape;538;p2" descr="Image result for uchicago harris logo">
            <a:extLst>
              <a:ext uri="{FF2B5EF4-FFF2-40B4-BE49-F238E27FC236}">
                <a16:creationId xmlns:a16="http://schemas.microsoft.com/office/drawing/2014/main" id="{94025FD7-299C-7558-779E-BE1EFAC298D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465"/>
          <a:stretch/>
        </p:blipFill>
        <p:spPr>
          <a:xfrm>
            <a:off x="9659113" y="0"/>
            <a:ext cx="2532887" cy="9319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34058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>
          <a:extLst>
            <a:ext uri="{FF2B5EF4-FFF2-40B4-BE49-F238E27FC236}">
              <a16:creationId xmlns:a16="http://schemas.microsoft.com/office/drawing/2014/main" id="{7CA194DA-0F6E-9583-3C45-4CBD46361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2">
            <a:extLst>
              <a:ext uri="{FF2B5EF4-FFF2-40B4-BE49-F238E27FC236}">
                <a16:creationId xmlns:a16="http://schemas.microsoft.com/office/drawing/2014/main" id="{800538A0-848B-E610-5BF9-4EF5807A014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381000" y="952500"/>
            <a:ext cx="11429999" cy="554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numCol="1" anchor="ctr" anchorCtr="0">
            <a:normAutofit/>
          </a:bodyPr>
          <a:lstStyle/>
          <a:p>
            <a:pPr marL="0" lvl="0" indent="0" algn="thaiDi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5F5955"/>
              </a:buClr>
              <a:buSzPts val="2000"/>
              <a:buNone/>
            </a:pPr>
            <a:r>
              <a:rPr lang="es-419" sz="2000" dirty="0"/>
              <a:t>PRIORITIZATION AREAS WITH HIGH CONFLICT / LANDMINES BUT LESS DEMINING CASES</a:t>
            </a:r>
            <a:endParaRPr sz="1600" dirty="0"/>
          </a:p>
          <a:p>
            <a:pPr marL="274320" lvl="0" indent="-172720" algn="thaiDi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5F5955"/>
              </a:buClr>
              <a:buSzPts val="1600"/>
              <a:buNone/>
            </a:pPr>
            <a:endParaRPr sz="1600" b="0" dirty="0"/>
          </a:p>
        </p:txBody>
      </p:sp>
      <p:sp>
        <p:nvSpPr>
          <p:cNvPr id="536" name="Google Shape;536;p2">
            <a:extLst>
              <a:ext uri="{FF2B5EF4-FFF2-40B4-BE49-F238E27FC236}">
                <a16:creationId xmlns:a16="http://schemas.microsoft.com/office/drawing/2014/main" id="{67B4F9C6-0DF3-67E5-F0EF-0A2EC322FE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1000" y="687771"/>
            <a:ext cx="1003935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3200"/>
              <a:buFont typeface="Montserrat"/>
              <a:buNone/>
            </a:pPr>
            <a:r>
              <a:rPr lang="en-US" dirty="0"/>
              <a:t>POLICY RECOMMENDATION</a:t>
            </a:r>
            <a:br>
              <a:rPr lang="en-US" dirty="0"/>
            </a:br>
            <a:r>
              <a:rPr lang="en-US" dirty="0"/>
              <a:t>&amp; CONCLUSION</a:t>
            </a:r>
            <a:endParaRPr dirty="0"/>
          </a:p>
        </p:txBody>
      </p:sp>
      <p:sp>
        <p:nvSpPr>
          <p:cNvPr id="537" name="Google Shape;537;p2">
            <a:extLst>
              <a:ext uri="{FF2B5EF4-FFF2-40B4-BE49-F238E27FC236}">
                <a16:creationId xmlns:a16="http://schemas.microsoft.com/office/drawing/2014/main" id="{5D2F53C6-4E77-EE7A-1F42-8C3929E74B2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538" name="Google Shape;538;p2" descr="Image result for uchicago harris logo">
            <a:extLst>
              <a:ext uri="{FF2B5EF4-FFF2-40B4-BE49-F238E27FC236}">
                <a16:creationId xmlns:a16="http://schemas.microsoft.com/office/drawing/2014/main" id="{350BC351-C117-8B8A-5D8D-EB4953C489B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465"/>
          <a:stretch/>
        </p:blipFill>
        <p:spPr>
          <a:xfrm>
            <a:off x="9659113" y="0"/>
            <a:ext cx="2532887" cy="9319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537782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17"/>
          <p:cNvSpPr txBox="1">
            <a:spLocks noGrp="1"/>
          </p:cNvSpPr>
          <p:nvPr>
            <p:ph type="body" idx="1"/>
          </p:nvPr>
        </p:nvSpPr>
        <p:spPr>
          <a:xfrm>
            <a:off x="838200" y="2884916"/>
            <a:ext cx="10515600" cy="1088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</a:pPr>
            <a:r>
              <a:rPr lang="en-US" sz="5400" dirty="0">
                <a:solidFill>
                  <a:schemeClr val="accent6">
                    <a:lumMod val="50000"/>
                  </a:schemeClr>
                </a:solidFill>
              </a:rPr>
              <a:t>Appendix</a:t>
            </a:r>
            <a:endParaRPr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48" name="Google Shape;648;p17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  <p:pic>
        <p:nvPicPr>
          <p:cNvPr id="649" name="Google Shape;649;p17" descr="Image result for uchicago harris logo"/>
          <p:cNvPicPr preferRelativeResize="0"/>
          <p:nvPr/>
        </p:nvPicPr>
        <p:blipFill rotWithShape="1">
          <a:blip r:embed="rId3">
            <a:alphaModFix/>
          </a:blip>
          <a:srcRect r="2465"/>
          <a:stretch/>
        </p:blipFill>
        <p:spPr>
          <a:xfrm>
            <a:off x="9659113" y="0"/>
            <a:ext cx="2532887" cy="9319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>
          <a:extLst>
            <a:ext uri="{FF2B5EF4-FFF2-40B4-BE49-F238E27FC236}">
              <a16:creationId xmlns:a16="http://schemas.microsoft.com/office/drawing/2014/main" id="{C9C69CF5-FE90-AC51-7325-4929C007D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17">
            <a:extLst>
              <a:ext uri="{FF2B5EF4-FFF2-40B4-BE49-F238E27FC236}">
                <a16:creationId xmlns:a16="http://schemas.microsoft.com/office/drawing/2014/main" id="{B0E088DE-0CF4-B7F8-ABD5-7090DC1C14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2884916"/>
            <a:ext cx="10515600" cy="1088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0" anchor="t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</a:pPr>
            <a:r>
              <a:rPr lang="en-US" sz="5400" dirty="0">
                <a:solidFill>
                  <a:schemeClr val="accent6">
                    <a:lumMod val="50000"/>
                  </a:schemeClr>
                </a:solidFill>
              </a:rPr>
              <a:t>SMOKESELLER</a:t>
            </a:r>
            <a:r>
              <a:rPr lang="en-US" sz="5400" dirty="0">
                <a:solidFill>
                  <a:schemeClr val="dk2"/>
                </a:solidFill>
              </a:rPr>
              <a:t> </a:t>
            </a:r>
            <a:r>
              <a:rPr lang="en-US" sz="5400" dirty="0">
                <a:solidFill>
                  <a:schemeClr val="accent6">
                    <a:lumMod val="50000"/>
                  </a:schemeClr>
                </a:solidFill>
              </a:rPr>
              <a:t>GRAPHS</a:t>
            </a:r>
            <a:endParaRPr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648" name="Google Shape;648;p17">
            <a:extLst>
              <a:ext uri="{FF2B5EF4-FFF2-40B4-BE49-F238E27FC236}">
                <a16:creationId xmlns:a16="http://schemas.microsoft.com/office/drawing/2014/main" id="{03642C0F-E4E4-1CB5-5133-FCB199404B7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551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  <p:pic>
        <p:nvPicPr>
          <p:cNvPr id="649" name="Google Shape;649;p17" descr="Image result for uchicago harris logo">
            <a:extLst>
              <a:ext uri="{FF2B5EF4-FFF2-40B4-BE49-F238E27FC236}">
                <a16:creationId xmlns:a16="http://schemas.microsoft.com/office/drawing/2014/main" id="{5879F92A-F391-4BCF-929F-31417A7D4BA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r="2465"/>
          <a:stretch/>
        </p:blipFill>
        <p:spPr>
          <a:xfrm>
            <a:off x="9659113" y="0"/>
            <a:ext cx="2532887" cy="93192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28716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31b6122b027_0_1"/>
          <p:cNvSpPr txBox="1">
            <a:spLocks noGrp="1"/>
          </p:cNvSpPr>
          <p:nvPr>
            <p:ph type="title"/>
          </p:nvPr>
        </p:nvSpPr>
        <p:spPr>
          <a:xfrm>
            <a:off x="838200" y="2933698"/>
            <a:ext cx="10515600" cy="8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4000"/>
              <a:buFont typeface="Montserrat"/>
              <a:buNone/>
            </a:pPr>
            <a:r>
              <a:rPr lang="en-US" sz="5400"/>
              <a:t>QUESTIONS?</a:t>
            </a:r>
            <a:endParaRPr sz="5400"/>
          </a:p>
        </p:txBody>
      </p:sp>
      <p:sp>
        <p:nvSpPr>
          <p:cNvPr id="741" name="Google Shape;741;g31b6122b027_0_1"/>
          <p:cNvSpPr txBox="1">
            <a:spLocks noGrp="1"/>
          </p:cNvSpPr>
          <p:nvPr>
            <p:ph type="sldNum" idx="12"/>
          </p:nvPr>
        </p:nvSpPr>
        <p:spPr>
          <a:xfrm>
            <a:off x="9756448" y="6553200"/>
            <a:ext cx="2054700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742" name="Google Shape;742;g31b6122b027_0_1" descr="Image result for uchicago harris logo"/>
          <p:cNvPicPr preferRelativeResize="0"/>
          <p:nvPr/>
        </p:nvPicPr>
        <p:blipFill rotWithShape="1">
          <a:blip r:embed="rId3">
            <a:alphaModFix/>
          </a:blip>
          <a:srcRect r="2467"/>
          <a:stretch/>
        </p:blipFill>
        <p:spPr>
          <a:xfrm>
            <a:off x="9659113" y="0"/>
            <a:ext cx="2532887" cy="93192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POST UChicago">
      <a:dk1>
        <a:srgbClr val="7F7772"/>
      </a:dk1>
      <a:lt1>
        <a:srgbClr val="FFFFFF"/>
      </a:lt1>
      <a:dk2>
        <a:srgbClr val="367C96"/>
      </a:dk2>
      <a:lt2>
        <a:srgbClr val="C7C5C4"/>
      </a:lt2>
      <a:accent1>
        <a:srgbClr val="8B0021"/>
      </a:accent1>
      <a:accent2>
        <a:srgbClr val="FCAF17"/>
      </a:accent2>
      <a:accent3>
        <a:srgbClr val="D5802C"/>
      </a:accent3>
      <a:accent4>
        <a:srgbClr val="993536"/>
      </a:accent4>
      <a:accent5>
        <a:srgbClr val="91AB5A"/>
      </a:accent5>
      <a:accent6>
        <a:srgbClr val="58593E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CPOST UChicago">
      <a:dk1>
        <a:srgbClr val="7F7772"/>
      </a:dk1>
      <a:lt1>
        <a:srgbClr val="FFFFFF"/>
      </a:lt1>
      <a:dk2>
        <a:srgbClr val="367C96"/>
      </a:dk2>
      <a:lt2>
        <a:srgbClr val="C7C5C4"/>
      </a:lt2>
      <a:accent1>
        <a:srgbClr val="8B0021"/>
      </a:accent1>
      <a:accent2>
        <a:srgbClr val="FCAF17"/>
      </a:accent2>
      <a:accent3>
        <a:srgbClr val="D5802C"/>
      </a:accent3>
      <a:accent4>
        <a:srgbClr val="993536"/>
      </a:accent4>
      <a:accent5>
        <a:srgbClr val="91AB5A"/>
      </a:accent5>
      <a:accent6>
        <a:srgbClr val="58593E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</TotalTime>
  <Words>383</Words>
  <Application>Microsoft Office PowerPoint</Application>
  <PresentationFormat>Widescreen</PresentationFormat>
  <Paragraphs>66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Montserrat</vt:lpstr>
      <vt:lpstr>Calibri</vt:lpstr>
      <vt:lpstr>Century Gothic</vt:lpstr>
      <vt:lpstr>Noto Sans Symbols</vt:lpstr>
      <vt:lpstr>Arial</vt:lpstr>
      <vt:lpstr>Office Theme</vt:lpstr>
      <vt:lpstr>Office Theme</vt:lpstr>
      <vt:lpstr>CONFLICT &amp; DEMINING IN COLOMBIA</vt:lpstr>
      <vt:lpstr>CONFLICT IN COLOMBIA</vt:lpstr>
      <vt:lpstr>PowerPoint Presentation</vt:lpstr>
      <vt:lpstr>LANDMINES IN COLOMBIA</vt:lpstr>
      <vt:lpstr>DATA</vt:lpstr>
      <vt:lpstr>DASHBOARD</vt:lpstr>
      <vt:lpstr>PEACE AGREEMENT AND DEMINING POLICY</vt:lpstr>
      <vt:lpstr>DASHBOARD</vt:lpstr>
      <vt:lpstr>POLICY RECOMMENDATION &amp; CONCLUSION</vt:lpstr>
      <vt:lpstr>PowerPoint Presentation</vt:lpstr>
      <vt:lpstr>PowerPoint Presentation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Keven Ruby</dc:creator>
  <cp:lastModifiedBy>Sofia Linares Botero</cp:lastModifiedBy>
  <cp:revision>12</cp:revision>
  <dcterms:created xsi:type="dcterms:W3CDTF">2022-06-10T17:11:53Z</dcterms:created>
  <dcterms:modified xsi:type="dcterms:W3CDTF">2026-03-01T04:34:47Z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0x0101008CE4736FE7B1A545B56A8F0078786AE9</vt:lpwstr>
  </property>
  <property fmtid="{D5CDD505-2E9C-101B-9397-08002B2CF9AE}" pid="3" name="MediaServiceImageTags">
    <vt:lpwstr/>
  </property>
</Properties>
</file>